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10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/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C6D4BE38-8B3C-402D-BB49-1E5FC4A05F0C}">
          <p14:sldIdLst>
            <p14:sldId id="256"/>
            <p14:sldId id="260"/>
            <p14:sldId id="262"/>
            <p14:sldId id="350"/>
            <p14:sldId id="258"/>
            <p14:sldId id="266"/>
            <p14:sldId id="336"/>
            <p14:sldId id="345"/>
            <p14:sldId id="338"/>
            <p14:sldId id="339"/>
            <p14:sldId id="341"/>
            <p14:sldId id="349"/>
            <p14:sldId id="347"/>
            <p14:sldId id="26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A092AD-01A1-75B1-12F5-27835F26D3D8}" name="Ann-Kathrin Schmidt" initials="AKS" userId="S::Schmidt@mobilintime.com::eed76019-7097-4b67-b5ca-4538df3ddc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  <a:srgbClr val="E00036"/>
    <a:srgbClr val="E5032E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93B28D-4185-4A60-8DA6-FB67E9D3690E}" v="10" dt="2026-07-13T09:07:0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112" d="100"/>
          <a:sy n="112" d="100"/>
        </p:scale>
        <p:origin x="438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cha Promberger" userId="de38bd02-217f-4d7d-a2d9-3812f9b77dec" providerId="ADAL" clId="{348B077B-6069-4F27-9ADF-AB26C724BB46}"/>
    <pc:docChg chg="undo custSel addSld delSld modSld modSection">
      <pc:chgData name="Sascha Promberger" userId="de38bd02-217f-4d7d-a2d9-3812f9b77dec" providerId="ADAL" clId="{348B077B-6069-4F27-9ADF-AB26C724BB46}" dt="2026-07-13T13:39:20.474" v="952" actId="2696"/>
      <pc:docMkLst>
        <pc:docMk/>
      </pc:docMkLst>
      <pc:sldChg chg="modSp del mod">
        <pc:chgData name="Sascha Promberger" userId="de38bd02-217f-4d7d-a2d9-3812f9b77dec" providerId="ADAL" clId="{348B077B-6069-4F27-9ADF-AB26C724BB46}" dt="2026-07-13T13:39:20.474" v="952" actId="2696"/>
        <pc:sldMkLst>
          <pc:docMk/>
          <pc:sldMk cId="703779366" sldId="264"/>
        </pc:sldMkLst>
        <pc:spChg chg="mod">
          <ac:chgData name="Sascha Promberger" userId="de38bd02-217f-4d7d-a2d9-3812f9b77dec" providerId="ADAL" clId="{348B077B-6069-4F27-9ADF-AB26C724BB46}" dt="2026-07-13T07:13:05.878" v="20" actId="1076"/>
          <ac:spMkLst>
            <pc:docMk/>
            <pc:sldMk cId="703779366" sldId="264"/>
            <ac:spMk id="4" creationId="{ED55C8CF-7D07-69A7-3FB2-F421149D4F29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19" creationId="{AD62A131-C7E6-489E-91FA-CE468889BCE6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0" creationId="{33DF6977-EC1F-1360-6DFC-53EEDC12F314}"/>
          </ac:spMkLst>
        </pc:spChg>
        <pc:spChg chg="mod">
          <ac:chgData name="Sascha Promberger" userId="de38bd02-217f-4d7d-a2d9-3812f9b77dec" providerId="ADAL" clId="{348B077B-6069-4F27-9ADF-AB26C724BB46}" dt="2026-07-13T07:13:06.363" v="23" actId="1076"/>
          <ac:spMkLst>
            <pc:docMk/>
            <pc:sldMk cId="703779366" sldId="264"/>
            <ac:spMk id="21" creationId="{3D5A0F1F-5DA2-DB2B-FCE0-B4C0097D46DF}"/>
          </ac:spMkLst>
        </pc:spChg>
        <pc:spChg chg="mod">
          <ac:chgData name="Sascha Promberger" userId="de38bd02-217f-4d7d-a2d9-3812f9b77dec" providerId="ADAL" clId="{348B077B-6069-4F27-9ADF-AB26C724BB46}" dt="2026-07-13T07:13:06.363" v="23" actId="1076"/>
          <ac:spMkLst>
            <pc:docMk/>
            <pc:sldMk cId="703779366" sldId="264"/>
            <ac:spMk id="23" creationId="{B543A7C8-C6A7-014A-CF76-62C5CFF0B171}"/>
          </ac:spMkLst>
        </pc:spChg>
        <pc:spChg chg="mod">
          <ac:chgData name="Sascha Promberger" userId="de38bd02-217f-4d7d-a2d9-3812f9b77dec" providerId="ADAL" clId="{348B077B-6069-4F27-9ADF-AB26C724BB46}" dt="2026-07-13T07:13:05.878" v="20" actId="1076"/>
          <ac:spMkLst>
            <pc:docMk/>
            <pc:sldMk cId="703779366" sldId="264"/>
            <ac:spMk id="24" creationId="{44D8D2FC-985C-0739-FAAC-F2C4B27DD4EE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5" creationId="{4286E746-0461-761B-9E2E-52AFF33AF458}"/>
          </ac:spMkLst>
        </pc:spChg>
        <pc:spChg chg="mod">
          <ac:chgData name="Sascha Promberger" userId="de38bd02-217f-4d7d-a2d9-3812f9b77dec" providerId="ADAL" clId="{348B077B-6069-4F27-9ADF-AB26C724BB46}" dt="2026-07-13T07:13:05.082" v="17" actId="1076"/>
          <ac:spMkLst>
            <pc:docMk/>
            <pc:sldMk cId="703779366" sldId="264"/>
            <ac:spMk id="26" creationId="{EFDAA436-BEED-E16F-69E9-FDD9AE30A5FD}"/>
          </ac:spMkLst>
        </pc:spChg>
        <pc:picChg chg="mod">
          <ac:chgData name="Sascha Promberger" userId="de38bd02-217f-4d7d-a2d9-3812f9b77dec" providerId="ADAL" clId="{348B077B-6069-4F27-9ADF-AB26C724BB46}" dt="2026-07-13T07:00:53.772" v="11" actId="1076"/>
          <ac:picMkLst>
            <pc:docMk/>
            <pc:sldMk cId="703779366" sldId="264"/>
            <ac:picMk id="2" creationId="{BEC7F240-D7C6-3BED-3BCC-32C4BEE98102}"/>
          </ac:picMkLst>
        </pc:picChg>
      </pc:sldChg>
      <pc:sldChg chg="addSp delSp modSp add mod">
        <pc:chgData name="Sascha Promberger" userId="de38bd02-217f-4d7d-a2d9-3812f9b77dec" providerId="ADAL" clId="{348B077B-6069-4F27-9ADF-AB26C724BB46}" dt="2026-07-13T10:40:17.114" v="951" actId="1036"/>
        <pc:sldMkLst>
          <pc:docMk/>
          <pc:sldMk cId="229551692" sldId="350"/>
        </pc:sldMkLst>
        <pc:spChg chg="mod">
          <ac:chgData name="Sascha Promberger" userId="de38bd02-217f-4d7d-a2d9-3812f9b77dec" providerId="ADAL" clId="{348B077B-6069-4F27-9ADF-AB26C724BB46}" dt="2026-07-13T10:00:10.854" v="844" actId="1037"/>
          <ac:spMkLst>
            <pc:docMk/>
            <pc:sldMk cId="229551692" sldId="350"/>
            <ac:spMk id="3" creationId="{7051C94B-0AC7-BF7C-71D3-D0B1FD235A71}"/>
          </ac:spMkLst>
        </pc:spChg>
        <pc:spChg chg="del">
          <ac:chgData name="Sascha Promberger" userId="de38bd02-217f-4d7d-a2d9-3812f9b77dec" providerId="ADAL" clId="{348B077B-6069-4F27-9ADF-AB26C724BB46}" dt="2026-07-13T07:13:35.052" v="28" actId="478"/>
          <ac:spMkLst>
            <pc:docMk/>
            <pc:sldMk cId="229551692" sldId="350"/>
            <ac:spMk id="4" creationId="{B627D7F5-966D-7496-70CE-6D8B420955CE}"/>
          </ac:spMkLst>
        </pc:spChg>
        <pc:spChg chg="add del mod">
          <ac:chgData name="Sascha Promberger" userId="de38bd02-217f-4d7d-a2d9-3812f9b77dec" providerId="ADAL" clId="{348B077B-6069-4F27-9ADF-AB26C724BB46}" dt="2026-07-13T09:08:42.451" v="702" actId="478"/>
          <ac:spMkLst>
            <pc:docMk/>
            <pc:sldMk cId="229551692" sldId="350"/>
            <ac:spMk id="7" creationId="{052EE29D-AED6-86ED-6082-4369E1B441AE}"/>
          </ac:spMkLst>
        </pc:spChg>
        <pc:spChg chg="del">
          <ac:chgData name="Sascha Promberger" userId="de38bd02-217f-4d7d-a2d9-3812f9b77dec" providerId="ADAL" clId="{348B077B-6069-4F27-9ADF-AB26C724BB46}" dt="2026-07-13T07:13:43.046" v="30" actId="478"/>
          <ac:spMkLst>
            <pc:docMk/>
            <pc:sldMk cId="229551692" sldId="350"/>
            <ac:spMk id="19" creationId="{BD20C31F-4953-2CEF-4BEC-7ABE1F286FF9}"/>
          </ac:spMkLst>
        </pc:spChg>
        <pc:spChg chg="add del">
          <ac:chgData name="Sascha Promberger" userId="de38bd02-217f-4d7d-a2d9-3812f9b77dec" providerId="ADAL" clId="{348B077B-6069-4F27-9ADF-AB26C724BB46}" dt="2026-07-13T07:14:48.913" v="41" actId="478"/>
          <ac:spMkLst>
            <pc:docMk/>
            <pc:sldMk cId="229551692" sldId="350"/>
            <ac:spMk id="20" creationId="{9C54C3C4-C954-8CEE-2356-4F8D42B7104F}"/>
          </ac:spMkLst>
        </pc:spChg>
        <pc:spChg chg="del mod">
          <ac:chgData name="Sascha Promberger" userId="de38bd02-217f-4d7d-a2d9-3812f9b77dec" providerId="ADAL" clId="{348B077B-6069-4F27-9ADF-AB26C724BB46}" dt="2026-07-13T07:13:33.067" v="27" actId="478"/>
          <ac:spMkLst>
            <pc:docMk/>
            <pc:sldMk cId="229551692" sldId="350"/>
            <ac:spMk id="21" creationId="{6436FD6F-ED0F-BEFC-92F2-95574927F7AF}"/>
          </ac:spMkLst>
        </pc:spChg>
        <pc:spChg chg="mod">
          <ac:chgData name="Sascha Promberger" userId="de38bd02-217f-4d7d-a2d9-3812f9b77dec" providerId="ADAL" clId="{348B077B-6069-4F27-9ADF-AB26C724BB46}" dt="2026-07-13T07:17:00.946" v="106" actId="1037"/>
          <ac:spMkLst>
            <pc:docMk/>
            <pc:sldMk cId="229551692" sldId="350"/>
            <ac:spMk id="22" creationId="{23A9F2DC-5808-2639-5D7E-308BFA45FF34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3" creationId="{05FFD232-F8DB-CF14-308A-9BE4E5BD5EF0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4" creationId="{E23281ED-4E04-BC55-64F3-EF172B64C549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5" creationId="{AC200083-D45F-5147-68B1-C2A97698C881}"/>
          </ac:spMkLst>
        </pc:spChg>
        <pc:spChg chg="mod">
          <ac:chgData name="Sascha Promberger" userId="de38bd02-217f-4d7d-a2d9-3812f9b77dec" providerId="ADAL" clId="{348B077B-6069-4F27-9ADF-AB26C724BB46}" dt="2026-07-13T10:40:02.643" v="946" actId="1036"/>
          <ac:spMkLst>
            <pc:docMk/>
            <pc:sldMk cId="229551692" sldId="350"/>
            <ac:spMk id="26" creationId="{22408EF3-766E-ABB4-5028-B9D9AFCE07E8}"/>
          </ac:spMkLst>
        </pc:spChg>
        <pc:picChg chg="del mod">
          <ac:chgData name="Sascha Promberger" userId="de38bd02-217f-4d7d-a2d9-3812f9b77dec" providerId="ADAL" clId="{348B077B-6069-4F27-9ADF-AB26C724BB46}" dt="2026-07-13T08:57:42.021" v="487" actId="478"/>
          <ac:picMkLst>
            <pc:docMk/>
            <pc:sldMk cId="229551692" sldId="350"/>
            <ac:picMk id="2" creationId="{8A5527D2-8B82-2927-091F-60106643F4BE}"/>
          </ac:picMkLst>
        </pc:picChg>
        <pc:picChg chg="add del mod ord">
          <ac:chgData name="Sascha Promberger" userId="de38bd02-217f-4d7d-a2d9-3812f9b77dec" providerId="ADAL" clId="{348B077B-6069-4F27-9ADF-AB26C724BB46}" dt="2026-07-13T09:18:15.833" v="732" actId="478"/>
          <ac:picMkLst>
            <pc:docMk/>
            <pc:sldMk cId="229551692" sldId="350"/>
            <ac:picMk id="5" creationId="{0FAEAA3F-C855-1286-DD8F-BD01CB737FCA}"/>
          </ac:picMkLst>
        </pc:picChg>
        <pc:picChg chg="mod">
          <ac:chgData name="Sascha Promberger" userId="de38bd02-217f-4d7d-a2d9-3812f9b77dec" providerId="ADAL" clId="{348B077B-6069-4F27-9ADF-AB26C724BB46}" dt="2026-07-13T10:00:10.854" v="844" actId="1037"/>
          <ac:picMkLst>
            <pc:docMk/>
            <pc:sldMk cId="229551692" sldId="350"/>
            <ac:picMk id="6" creationId="{F509A259-8B6F-574C-E365-03EBE1B56BBD}"/>
          </ac:picMkLst>
        </pc:picChg>
        <pc:picChg chg="add mod ord modCrop">
          <ac:chgData name="Sascha Promberger" userId="de38bd02-217f-4d7d-a2d9-3812f9b77dec" providerId="ADAL" clId="{348B077B-6069-4F27-9ADF-AB26C724BB46}" dt="2026-07-13T10:40:17.114" v="951" actId="1036"/>
          <ac:picMkLst>
            <pc:docMk/>
            <pc:sldMk cId="229551692" sldId="350"/>
            <ac:picMk id="9" creationId="{6863DA6D-AE26-05C1-7868-38A6878A00D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3F216-10B7-4AF9-B20D-22D47690FF11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C0DF8-A47B-4B8D-A8E9-43D73CFC88C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495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8C4AD08-CCEA-4339-A7F6-F3BEBF371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542309C-2688-4A5B-A18C-61F955C29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9450" y="1099854"/>
            <a:ext cx="5750179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18234B-2462-444A-903A-3DE578CD5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13E9AF-71AD-4E87-8C31-837E61A60A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9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090C346-FC05-4F09-8304-9007A0A80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2"/>
            <a:ext cx="12191998" cy="6857998"/>
          </a:xfrm>
          <a:prstGeom prst="rect">
            <a:avLst/>
          </a:prstGeom>
        </p:spPr>
      </p:pic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FAD7E4-B14A-4D52-AEBF-E8548A1E0DE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66925" y="2727762"/>
            <a:ext cx="1814513" cy="181282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4C9D3802-4200-4EC8-9ED7-08F3172FF47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138613" y="2727762"/>
            <a:ext cx="1816894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0815642B-5485-458F-BBCD-C442AFA77EF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15063" y="2727762"/>
            <a:ext cx="1814513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72941E1B-08BA-4234-9C9F-2CD06FB30A3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89131" y="2727762"/>
            <a:ext cx="1814513" cy="181168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3EB270E-1C97-44F5-8800-B65A4C266F4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67238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85288D32-DC35-408B-AC76-EE60EB6776C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40040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9EC48F9A-EC4F-41E8-A934-AA816590D4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07508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D09970B5-13FA-41F5-B55F-17BE62E9733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74976" y="4736414"/>
            <a:ext cx="1611312" cy="1466850"/>
          </a:xfrm>
        </p:spPr>
        <p:txBody>
          <a:bodyPr/>
          <a:lstStyle>
            <a:lvl1pPr marL="0" indent="0" algn="just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42637617-4607-4F52-8C45-9D8CBE7D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EA1E6C2-741A-4E88-B1E7-6002B973D20B}"/>
              </a:ext>
            </a:extLst>
          </p:cNvPr>
          <p:cNvSpPr/>
          <p:nvPr userDrawn="1"/>
        </p:nvSpPr>
        <p:spPr>
          <a:xfrm>
            <a:off x="2626614" y="4542438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E6C7DC9-4494-4976-86D0-E6B845AF0934}"/>
              </a:ext>
            </a:extLst>
          </p:cNvPr>
          <p:cNvSpPr/>
          <p:nvPr userDrawn="1"/>
        </p:nvSpPr>
        <p:spPr>
          <a:xfrm>
            <a:off x="4701225" y="4542437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962D92-BA8F-4C32-AD4D-FC85CCB1E393}"/>
              </a:ext>
            </a:extLst>
          </p:cNvPr>
          <p:cNvSpPr/>
          <p:nvPr userDrawn="1"/>
        </p:nvSpPr>
        <p:spPr>
          <a:xfrm>
            <a:off x="6777848" y="4541657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F43D4DD-A1AA-4193-AC54-7FC4131B1143}"/>
              </a:ext>
            </a:extLst>
          </p:cNvPr>
          <p:cNvSpPr/>
          <p:nvPr userDrawn="1"/>
        </p:nvSpPr>
        <p:spPr>
          <a:xfrm>
            <a:off x="8851917" y="4539443"/>
            <a:ext cx="688941" cy="64293"/>
          </a:xfrm>
          <a:prstGeom prst="rect">
            <a:avLst/>
          </a:prstGeom>
          <a:solidFill>
            <a:srgbClr val="E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EB4373D-90C6-EFE5-ADB6-72DD6C228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3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A2C2AB9-2E16-4CFD-A87C-E007944142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70F61A-BFF1-470C-9364-F5D19D5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C0F973-F24C-4BC9-AA70-5EE18837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8186058" cy="4351338"/>
          </a:xfrm>
        </p:spPr>
        <p:txBody>
          <a:bodyPr>
            <a:normAutofit/>
          </a:bodyPr>
          <a:lstStyle>
            <a:lvl1pPr marL="228600" indent="-228600" algn="l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 sz="1200"/>
            </a:lvl2pPr>
            <a:lvl3pPr marL="1143000" indent="-228600">
              <a:buSzPct val="65000"/>
              <a:buFontTx/>
              <a:buBlip>
                <a:blip r:embed="rId3"/>
              </a:buBlip>
              <a:defRPr sz="1200"/>
            </a:lvl3pPr>
            <a:lvl4pPr marL="1600200" indent="-228600">
              <a:buSzPct val="65000"/>
              <a:buFontTx/>
              <a:buBlip>
                <a:blip r:embed="rId3"/>
              </a:buBlip>
              <a:defRPr sz="1200"/>
            </a:lvl4pPr>
            <a:lvl5pPr marL="2057400" indent="-228600">
              <a:buSzPct val="65000"/>
              <a:buFontTx/>
              <a:buBlip>
                <a:blip r:embed="rId3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ACB7EF9-81A9-DD61-A9E2-8C0CA92E66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paltiger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1393E8F-3111-4C45-B8A4-C56E361ECA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2"/>
            <a:ext cx="12191998" cy="6857998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59BB3122-9142-4D1B-A6E2-35DBC9CE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0F4CC725-F445-4506-BEFA-34A4C0E55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3668" y="3237829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5FDD260C-84D6-4544-872E-959C029D0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93668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CD3E9369-187D-4372-AA9A-8FDC9466D6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56887" y="3237829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15">
            <a:extLst>
              <a:ext uri="{FF2B5EF4-FFF2-40B4-BE49-F238E27FC236}">
                <a16:creationId xmlns:a16="http://schemas.microsoft.com/office/drawing/2014/main" id="{6AC3D96C-E376-4496-8396-14AFE566833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56887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3" name="Bildplatzhalter 15">
            <a:extLst>
              <a:ext uri="{FF2B5EF4-FFF2-40B4-BE49-F238E27FC236}">
                <a16:creationId xmlns:a16="http://schemas.microsoft.com/office/drawing/2014/main" id="{FAB112F8-C380-4BE3-9FFE-1409954469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20107" y="1827802"/>
            <a:ext cx="2208258" cy="11842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FECCD7BD-2FC8-45A2-834F-738044E512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107" y="3254193"/>
            <a:ext cx="2208258" cy="2282416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69433A-9482-0D5E-48F9-5B8820860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D958B27-C4C0-4DC2-89B3-195793E4D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4A9A3E7-3527-4371-9524-4F379DDF2BB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096000" y="1820425"/>
            <a:ext cx="3683726" cy="3573100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/>
            </a:lvl2pPr>
            <a:lvl3pPr marL="1143000" indent="-228600">
              <a:buSzPct val="65000"/>
              <a:buFontTx/>
              <a:buBlip>
                <a:blip r:embed="rId3"/>
              </a:buBlip>
              <a:defRPr/>
            </a:lvl3pPr>
            <a:lvl4pPr marL="1600200" indent="-228600">
              <a:buSzPct val="65000"/>
              <a:buFontTx/>
              <a:buBlip>
                <a:blip r:embed="rId3"/>
              </a:buBlip>
              <a:defRPr/>
            </a:lvl4pPr>
            <a:lvl5pPr marL="2057400" indent="-228600">
              <a:buSzPct val="65000"/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72982F4-5269-4AB4-9EB3-AC41E69B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3ADC18A-80C4-4D43-8CA5-75B11F97F05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593668" y="1820425"/>
            <a:ext cx="3683726" cy="3573100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3"/>
              </a:buBlip>
              <a:defRPr sz="1600"/>
            </a:lvl1pPr>
            <a:lvl2pPr marL="685800" indent="-228600">
              <a:buSzPct val="65000"/>
              <a:buFontTx/>
              <a:buBlip>
                <a:blip r:embed="rId3"/>
              </a:buBlip>
              <a:defRPr sz="1200"/>
            </a:lvl2pPr>
            <a:lvl3pPr marL="1143000" indent="-228600">
              <a:buSzPct val="65000"/>
              <a:buFontTx/>
              <a:buBlip>
                <a:blip r:embed="rId3"/>
              </a:buBlip>
              <a:defRPr sz="1200"/>
            </a:lvl3pPr>
            <a:lvl4pPr marL="1600200" indent="-228600">
              <a:buSzPct val="65000"/>
              <a:buFontTx/>
              <a:buBlip>
                <a:blip r:embed="rId3"/>
              </a:buBlip>
              <a:defRPr sz="1200"/>
            </a:lvl4pPr>
            <a:lvl5pPr marL="2057400" indent="-228600">
              <a:buSzPct val="65000"/>
              <a:buFontTx/>
              <a:buBlip>
                <a:blip r:embed="rId3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63A9A8A-A1D3-5382-E4C3-0BD51353C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5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CFBCAEAA-4DDA-4F17-9400-0295ADD07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071" y="498545"/>
            <a:ext cx="1775233" cy="60196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4692BF-4805-4E05-8202-13FDEC24DB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1336"/>
            <a:ext cx="12191998" cy="6857999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C0F973-F24C-4BC9-AA70-5EE18837E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668" y="1825625"/>
            <a:ext cx="6287590" cy="4351338"/>
          </a:xfrm>
        </p:spPr>
        <p:txBody>
          <a:bodyPr>
            <a:normAutofit/>
          </a:bodyPr>
          <a:lstStyle>
            <a:lvl1pPr marL="228600" indent="-228600">
              <a:buSzPct val="65000"/>
              <a:buFontTx/>
              <a:buBlip>
                <a:blip r:embed="rId4"/>
              </a:buBlip>
              <a:defRPr sz="1600"/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81E9DD8-297E-4B1E-8FF7-69BF02BB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9" y="365125"/>
            <a:ext cx="628759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0E30DD3-E948-4E77-B79C-698D69BDD6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853550" y="495765"/>
            <a:ext cx="1768278" cy="598856"/>
          </a:xfrm>
          <a:prstGeom prst="rect">
            <a:avLst/>
          </a:prstGeom>
        </p:spPr>
      </p:pic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E5A6AA4-02DA-41D7-89FE-61B87DBA549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50055" y="2329092"/>
            <a:ext cx="177519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6F7FF0E-E7A3-4D90-8786-0C4D443440A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850025" y="3858536"/>
            <a:ext cx="177522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B14CB79-F3BC-4DAE-8715-8B6A446A00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0012" y="1825625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3E4DD723-49AF-4F18-AE0F-C841C6E15B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50010" y="3351445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1">
            <a:extLst>
              <a:ext uri="{FF2B5EF4-FFF2-40B4-BE49-F238E27FC236}">
                <a16:creationId xmlns:a16="http://schemas.microsoft.com/office/drawing/2014/main" id="{F661758D-77AB-4668-BFEE-EEF1E36D7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0011" y="4880889"/>
            <a:ext cx="1775233" cy="34860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5427F5A2-E8C9-4161-95E6-981C27F4C38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50026" y="5387980"/>
            <a:ext cx="1775221" cy="773025"/>
          </a:xfrm>
        </p:spPr>
        <p:txBody>
          <a:bodyPr>
            <a:normAutofit/>
          </a:bodyPr>
          <a:lstStyle>
            <a:lvl1pPr marL="0" indent="0">
              <a:buSzPct val="65000"/>
              <a:buFontTx/>
              <a:buNone/>
              <a:defRPr sz="1200">
                <a:solidFill>
                  <a:schemeClr val="bg1"/>
                </a:solidFill>
              </a:defRPr>
            </a:lvl1pPr>
            <a:lvl2pPr marL="685800" indent="-228600">
              <a:buSzPct val="65000"/>
              <a:buFontTx/>
              <a:buBlip>
                <a:blip r:embed="rId4"/>
              </a:buBlip>
              <a:defRPr sz="1200"/>
            </a:lvl2pPr>
            <a:lvl3pPr marL="1143000" indent="-228600">
              <a:buSzPct val="65000"/>
              <a:buFontTx/>
              <a:buBlip>
                <a:blip r:embed="rId4"/>
              </a:buBlip>
              <a:defRPr sz="1200"/>
            </a:lvl3pPr>
            <a:lvl4pPr marL="1600200" indent="-228600">
              <a:buSzPct val="65000"/>
              <a:buFontTx/>
              <a:buBlip>
                <a:blip r:embed="rId4"/>
              </a:buBlip>
              <a:defRPr sz="1200"/>
            </a:lvl4pPr>
            <a:lvl5pPr marL="2057400" indent="-228600">
              <a:buSzPct val="65000"/>
              <a:buFontTx/>
              <a:buBlip>
                <a:blip r:embed="rId4"/>
              </a:buBlip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7662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er Tex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CEA1C9C-B676-4818-A35E-2881BED83B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429ABAAF-597E-48AA-ACAA-E2679831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68" y="365125"/>
            <a:ext cx="8186058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E2F1621E-A11E-413E-BF60-AB8DBFF57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3668" y="1819864"/>
            <a:ext cx="3927407" cy="3826828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D5186E57-7B82-4B4E-918D-AED972A7AA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0842" y="1819864"/>
            <a:ext cx="3927407" cy="3826828"/>
          </a:xfrm>
        </p:spPr>
        <p:txBody>
          <a:bodyPr>
            <a:normAutofit/>
          </a:bodyPr>
          <a:lstStyle>
            <a:lvl1pPr marL="171450" indent="-171450" algn="l">
              <a:buSzPct val="65000"/>
              <a:buFontTx/>
              <a:buBlip>
                <a:blip r:embed="rId3"/>
              </a:buBlip>
              <a:defRPr sz="1600"/>
            </a:lvl1pPr>
            <a:lvl2pPr marL="457200" indent="0" algn="l">
              <a:buFontTx/>
              <a:buNone/>
              <a:defRPr sz="1200"/>
            </a:lvl2pPr>
            <a:lvl3pPr marL="914400" indent="0" algn="l">
              <a:buFontTx/>
              <a:buNone/>
              <a:defRPr sz="1200"/>
            </a:lvl3pPr>
            <a:lvl4pPr marL="1371600" indent="0" algn="l">
              <a:buFontTx/>
              <a:buNone/>
              <a:defRPr sz="1200"/>
            </a:lvl4pPr>
            <a:lvl5pPr marL="1828800" indent="0" algn="l">
              <a:buFontTx/>
              <a:buNone/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F81D870-9057-FD6C-EA3A-90D25E24DA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6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8427B2E-9ECE-406F-B5FF-464168F28D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D967CA-5E45-4978-9547-54394709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8550" y="2211784"/>
            <a:ext cx="4914900" cy="2434432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B8315E9-0451-4C76-6A4B-2B156C11EC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853548" y="501576"/>
            <a:ext cx="1768278" cy="5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4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56DAC-B155-4CC8-A2B9-C3CE8EDD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293962-EC99-4E80-B203-63B4EC528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804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E0FE4-44FA-4B24-BDB1-789C0DB3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E34322-460C-4E7B-8EC8-C053E4943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FE0A0F-E3E0-4FD3-AA72-B7269B3B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4EE2E2-64DE-48A4-AAA5-4C97C3AD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16CB7-CF9C-4E02-A683-6760AE24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037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290AF-3F32-4B4C-8419-5EE63019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7DDF56-3A91-4095-9D8D-38B89CF7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6A4A1C-9D90-4FC7-80DF-06DECB1F4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CB67CF-1CEF-42A9-B9CB-518AEC677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4D6EEF-FD7D-4A3B-A0F2-FFE63B3FE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CE5932-43C8-42E1-A3CD-06739118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F8501A-D877-48C2-A9E2-8E5A226A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F0CB81-31D2-4463-9A5B-64849CE8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9464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81219A-09CB-4761-BA5C-EB929FBC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488CC2-309C-485A-A166-EE27F5BA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9A6487-0A3C-441C-B5CD-7FA80306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007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374E2-254C-48C9-B1D3-1BB5FEF6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9AA159-5C4E-4960-9296-F79DF711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302388-B7DB-4205-9B76-97760E8A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0B132E-570A-40B1-A9E1-7A15B1D6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98FBCF-DFF1-44D3-9192-33023707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9459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08B97F-2E0C-4EFF-B0D5-EC908B916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2AC456-57A1-46E9-8F18-85A41CF6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9DBED2-AB2C-49EA-AD16-0041F165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3FFE4F-05A8-4716-A7EC-122ACCC3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3DD00E-14A7-4781-AB15-70A456DD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43805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E0E6A73-61E1-4804-855F-B987EA4C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35F25A-7B5B-4C07-AFD7-73D88541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E89411-2BDA-41F5-9C09-FE32A94DB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10578-6AC6-4AE0-AD56-C7CD516BFC12}" type="datetimeFigureOut">
              <a:rPr lang="de-CH" smtClean="0"/>
              <a:t>13.07.2026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C86E8A-62B6-473B-A2E3-C1C1D489A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31B0EF-9DDB-4F87-9204-401158E66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1C67F-460F-47BA-B035-954D3BC4A75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8465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0" r:id="rId4"/>
    <p:sldLayoutId id="2147483652" r:id="rId5"/>
    <p:sldLayoutId id="2147483662" r:id="rId6"/>
    <p:sldLayoutId id="2147483657" r:id="rId7"/>
    <p:sldLayoutId id="2147483654" r:id="rId8"/>
    <p:sldLayoutId id="2147483656" r:id="rId9"/>
    <p:sldLayoutId id="2147483651" r:id="rId10"/>
    <p:sldLayoutId id="2147483653" r:id="rId11"/>
    <p:sldLayoutId id="2147483655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en MiT_ab_2021">
      <a:majorFont>
        <a:latin typeface="Alata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CF6CAFF9-42BB-4E45-AAD0-138463FC66B6}" vid="{4080DF66-D807-473F-B2D8-B94D420065B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81AC30EB9537A49AF48C735E80D08C6" ma:contentTypeVersion="15" ma:contentTypeDescription="Ein neues Dokument erstellen." ma:contentTypeScope="" ma:versionID="eebee769a3460c40acc337d4501e840b">
  <xsd:schema xmlns:xsd="http://www.w3.org/2001/XMLSchema" xmlns:xs="http://www.w3.org/2001/XMLSchema" xmlns:p="http://schemas.microsoft.com/office/2006/metadata/properties" xmlns:ns2="c3bc38b3-6449-4a1c-a380-47d6575fb472" xmlns:ns3="50b5a504-641a-4807-83f9-f08ddca33ab4" targetNamespace="http://schemas.microsoft.com/office/2006/metadata/properties" ma:root="true" ma:fieldsID="cb83f664cfc6bf2969c499e089e8de19" ns2:_="" ns3:_="">
    <xsd:import namespace="c3bc38b3-6449-4a1c-a380-47d6575fb472"/>
    <xsd:import namespace="50b5a504-641a-4807-83f9-f08ddca33a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bc38b3-6449-4a1c-a380-47d6575fb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6583c19e-58ea-46dc-918b-99ad88035b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5a504-641a-4807-83f9-f08ddca33ab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15867dd-cfca-4df0-9cb6-6d4e724f97fb}" ma:internalName="TaxCatchAll" ma:showField="CatchAllData" ma:web="50b5a504-641a-4807-83f9-f08ddca33a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5a504-641a-4807-83f9-f08ddca33ab4" xsi:nil="true"/>
    <lcf76f155ced4ddcb4097134ff3c332f xmlns="c3bc38b3-6449-4a1c-a380-47d6575fb47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648FF-40EE-4ECD-94D7-CDB8253A13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bc38b3-6449-4a1c-a380-47d6575fb472"/>
    <ds:schemaRef ds:uri="50b5a504-641a-4807-83f9-f08ddca33a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A0E9496-5E67-4C84-A139-32CD2A62BEF6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c3bc38b3-6449-4a1c-a380-47d6575fb472"/>
    <ds:schemaRef ds:uri="http://schemas.microsoft.com/office/infopath/2007/PartnerControls"/>
    <ds:schemaRef ds:uri="50b5a504-641a-4807-83f9-f08ddca33ab4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C261B7D-0959-49C5-8C92-09BACBA42A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743</Words>
  <Application>Microsoft Office PowerPoint</Application>
  <PresentationFormat>Breitbild</PresentationFormat>
  <Paragraphs>194</Paragraphs>
  <Slides>15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Alata</vt:lpstr>
      <vt:lpstr>Aptos</vt:lpstr>
      <vt:lpstr>Arial</vt:lpstr>
      <vt:lpstr>Calibri</vt:lpstr>
      <vt:lpstr>IBM Plex Sans</vt:lpstr>
      <vt:lpstr>Office</vt:lpstr>
      <vt:lpstr>Mobil in Time AG</vt:lpstr>
      <vt:lpstr>PowerPoint-Präsentation</vt:lpstr>
      <vt:lpstr>PowerPoint-Präsentation</vt:lpstr>
      <vt:lpstr>PowerPoint-Präsentation</vt:lpstr>
      <vt:lpstr>Unser Portfolio</vt:lpstr>
      <vt:lpstr>Mehr Power durch Zusammenarbeit.</vt:lpstr>
      <vt:lpstr>PowerPoint-Präsentation</vt:lpstr>
      <vt:lpstr>Mobile Generatoren</vt:lpstr>
      <vt:lpstr>Mobile Batteriespeicher</vt:lpstr>
      <vt:lpstr>Mobile Batteriespeicher</vt:lpstr>
      <vt:lpstr>Einsatzgebiete</vt:lpstr>
      <vt:lpstr>Aggreko Portfolio</vt:lpstr>
      <vt:lpstr>Power-Quality-Messung</vt:lpstr>
      <vt:lpstr>PowerPoint-Präsentation</vt:lpstr>
      <vt:lpstr>Vielen Dank.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 in Time - Praesentationsvorlage</dc:title>
  <dc:creator>Mobil in Time AG</dc:creator>
  <cp:lastModifiedBy>Sascha Promberger</cp:lastModifiedBy>
  <cp:revision>74</cp:revision>
  <dcterms:created xsi:type="dcterms:W3CDTF">2026-05-28T08:15:02Z</dcterms:created>
  <dcterms:modified xsi:type="dcterms:W3CDTF">2026-07-13T13:39:22Z</dcterms:modified>
  <dc:subject>Leeres Master-Template (Layouts, Hintergruende, Logo)</dc:subject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0x010100A81AC30EB9537A49AF48C735E80D08C6</vt:lpwstr>
  </property>
  <property fmtid="{D5CDD505-2E9C-101B-9397-08002B2CF9AE}" pid="3" name="MediaServiceImageTags">
    <vt:lpwstr/>
  </property>
</Properties>
</file>