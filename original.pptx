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F2935"/>
          </a:solidFill>
          <a:ln/>
        </p:spPr>
      </p:sp>
      <p:sp>
        <p:nvSpPr>
          <p:cNvPr id="3" name="Shape 1"/>
          <p:cNvSpPr/>
          <p:nvPr/>
        </p:nvSpPr>
        <p:spPr>
          <a:xfrm>
            <a:off x="8339328" y="1298448"/>
            <a:ext cx="3209544" cy="3209544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4" name="Image 0" descr="img/head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417320"/>
            <a:ext cx="2971800" cy="29718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81381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6" name="Text 3"/>
          <p:cNvSpPr/>
          <p:nvPr/>
        </p:nvSpPr>
        <p:spPr>
          <a:xfrm>
            <a:off x="987552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2C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BEWERBUNG · VERTRIEBSMANAGER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87552" y="1078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VOLT Suisse — Frauenfeld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Ich erkläre Ladeinfrastruktur nicht.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Ich 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verkaufe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sie.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Burak Ücöz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5902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Vertriebsingenieur · EMV &amp; Power Quality · 10+ Jahre technischer B2B-Vertrieb in der Schweiz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5806440"/>
            <a:ext cx="6766560" cy="0"/>
          </a:xfrm>
          <a:prstGeom prst="line">
            <a:avLst/>
          </a:prstGeom>
          <a:noFill/>
          <a:ln w="12700">
            <a:solidFill>
              <a:srgbClr val="3A46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+41 79 512 98 07</a:t>
            </a:r>
            <a:pPr algn="l" indent="0" marL="0">
              <a:buNone/>
            </a:pPr>
            <a:r>
              <a:rPr lang="en-US" sz="1250" dirty="0">
                <a:solidFill>
                  <a:srgbClr val="4A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l" indent="0" marL="0">
              <a:buNone/>
            </a:pPr>
            <a:r>
              <a:rPr lang="en-US" sz="1250" dirty="0">
                <a:solidFill>
                  <a:srgbClr val="AE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b.s.uecoez@gmail.com</a:t>
            </a:r>
            <a:pPr algn="l" indent="0" marL="0">
              <a:buNone/>
            </a:pPr>
            <a:r>
              <a:rPr lang="en-US" sz="1250" dirty="0">
                <a:solidFill>
                  <a:srgbClr val="4A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l" indent="0" marL="0">
              <a:buNone/>
            </a:pPr>
            <a:r>
              <a:rPr lang="en-US" sz="1250" dirty="0">
                <a:solidFill>
                  <a:srgbClr val="AE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8240 Thayngen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EUER AUFTRAG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ist kein Nischenprodukt mehr. Das ist Infrastruktur.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Infrastruktur verkauft niemand, der sie nur erklären kann. Ihr sucht jemanden, der die Technik versteht und trotzdem abschliesst. Genau diese Kombination ist selten — und genau die bringe ich mit.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542032" cy="27889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971800"/>
            <a:ext cx="2542032" cy="8229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3337560"/>
            <a:ext cx="841248" cy="841248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54787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DC-Schnelllader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4128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anspruchsvolle Anlagen — Netzanschluss, Leistung, Power Quality.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2971800"/>
            <a:ext cx="2542032" cy="27889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2971800"/>
            <a:ext cx="2542032" cy="8229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4" name="Shape 11"/>
          <p:cNvSpPr/>
          <p:nvPr/>
        </p:nvSpPr>
        <p:spPr>
          <a:xfrm>
            <a:off x="3767328" y="3337560"/>
            <a:ext cx="841248" cy="841248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47872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7328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CPO-Betrieb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767328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Ladepunkten ein tragfähiges Geschäftsmodell machen.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2971800"/>
            <a:ext cx="2542032" cy="27889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971800"/>
            <a:ext cx="2542032" cy="8229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0" name="Shape 16"/>
          <p:cNvSpPr/>
          <p:nvPr/>
        </p:nvSpPr>
        <p:spPr>
          <a:xfrm>
            <a:off x="6510528" y="3337560"/>
            <a:ext cx="841248" cy="841248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547872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0528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Batteriespeicher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10528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Lastspitzen kappen, Netzanschluss entlasten, Wirtschaftlichkeit sichern.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961120" y="2971800"/>
            <a:ext cx="2542032" cy="27889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61120" y="2971800"/>
            <a:ext cx="2542032" cy="8229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6" name="Shape 21"/>
          <p:cNvSpPr/>
          <p:nvPr/>
        </p:nvSpPr>
        <p:spPr>
          <a:xfrm>
            <a:off x="9253728" y="3337560"/>
            <a:ext cx="841248" cy="841248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547872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53728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Lastmanagement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53728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Fremdwort — sondern die Voraussetzung für skalierbare Standorte.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ICH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Drei Dinge, die selten zusammenkommen.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419856" cy="39319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0704" y="2468880"/>
            <a:ext cx="914400" cy="914400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697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99816" y="2423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E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60704" y="35661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Technische Tiefe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0704" y="4069080"/>
            <a:ext cx="2816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Dipl.-Ingenieur Elektrotechnik (B.Eng.), EMV- und Power-Quality-Experte. Ich verstehe, was an einem 360-kW-Lader wirklich passiert — und kann es einem Entscheider in einem Satz erklären.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0832" y="2057400"/>
            <a:ext cx="3419856" cy="39319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2468880"/>
            <a:ext cx="914400" cy="914400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697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39128" y="2423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E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700016" y="35661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Verkaufs-Biss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00016" y="4069080"/>
            <a:ext cx="2816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10 Jahre Investitionsgüter-Vertrieb im Aussendienst. Neukundengewinnung, Key Accounts, Angebot, Verhandlung, Abschluss. Ich habe als Unternehmer selbst Kundenstämme von 200+ aufgebaut.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10144" y="2057400"/>
            <a:ext cx="3419856" cy="3931920"/>
          </a:xfrm>
          <a:prstGeom prst="rect">
            <a:avLst/>
          </a:prstGeom>
          <a:solidFill>
            <a:srgbClr val="141A24"/>
          </a:solidFill>
          <a:ln w="12700">
            <a:solidFill>
              <a:srgbClr val="141A24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9328" y="2468880"/>
            <a:ext cx="914400" cy="914400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697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78440" y="2423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A46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339328" y="35661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Energie &amp; Speicher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39328" y="4069080"/>
            <a:ext cx="2816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Batteriespeicher, Lastmanagement, Smart Grid und E-Mobility sind mein Tagesgeschäft, nicht meine Lernkurve. Ich bin am Tag eins einsatzbereit.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ANFORDERUNG TRIFFT BEWEIS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ihr sucht — und womit ich es belege.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AVIA VOLT sucht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78308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Burak Ücöz bringt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67712"/>
            <a:ext cx="310896" cy="310896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354580"/>
            <a:ext cx="137160" cy="137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21284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DC-Ladeinfrastruktur, technisch anspruchsvoll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21284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Elektrotechnik-Ingenieur mit EMV/PQ-Tiefe — Netzanschluss, Oberschwingungen, Leistung.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" y="2871216"/>
            <a:ext cx="1069848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44368"/>
            <a:ext cx="310896" cy="310896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031236"/>
            <a:ext cx="137160" cy="1371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889504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CPO-Betrieb als Geschäftsmodell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532120" y="288950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Jahre Investitionsgüter-Vertrieb: Pipeline, Forecast, Marge, Abschluss.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1520" y="3547872"/>
            <a:ext cx="1069848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621024"/>
            <a:ext cx="310896" cy="310896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3707892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566160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Batteriespeicher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532120" y="356616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im Verkauf von Speicher- und Hybridlösungen, inkl. Pufferbatterien an HPC-Standorten.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31520" y="4224528"/>
            <a:ext cx="1069848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297680"/>
            <a:ext cx="310896" cy="310896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4384548"/>
            <a:ext cx="137160" cy="1371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4242816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Energie- und Lastmanagement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532120" y="4242816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Tagesgeschäft: Lastspitzen, Lastmanagement, Energiemonitoring.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31520" y="4901184"/>
            <a:ext cx="1069848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4974336"/>
            <a:ext cx="310896" cy="310896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5061204"/>
            <a:ext cx="137160" cy="1371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919472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 Verkauf, Freude am Kundenkontakt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532120" y="491947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Aussendienst pur — Neukundengewinnung, Beratung von Planung bis Inbetriebnahme.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731520" y="5577840"/>
            <a:ext cx="1069848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31520" y="5650992"/>
            <a:ext cx="310896" cy="310896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5737860"/>
            <a:ext cx="137160" cy="1371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88720" y="559612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 Frauenfeld, 100 %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532120" y="559612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Wohnhaft in Thayngen, rund 30 Minuten entfernt. Lokal verankert in der Ostschweiz.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2237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2C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RECORD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Substanz, keine Versprechen.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615184" cy="2788920"/>
          </a:xfrm>
          <a:prstGeom prst="rect">
            <a:avLst/>
          </a:prstGeom>
          <a:solidFill>
            <a:srgbClr val="1F2935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31720"/>
            <a:ext cx="91440" cy="2788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B2B-Vertrieb technischer Investitionsgüter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47872" y="2331720"/>
            <a:ext cx="2615184" cy="2788920"/>
          </a:xfrm>
          <a:prstGeom prst="rect">
            <a:avLst/>
          </a:prstGeom>
          <a:solidFill>
            <a:srgbClr val="1F2935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2331720"/>
            <a:ext cx="91440" cy="2788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1" name="Text 9"/>
          <p:cNvSpPr/>
          <p:nvPr/>
        </p:nvSpPr>
        <p:spPr>
          <a:xfrm>
            <a:off x="3712464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3822192" y="40233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Kantone Marktüberblick — Schweiz als Ganzes gedacht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64224" y="2331720"/>
            <a:ext cx="2615184" cy="2788920"/>
          </a:xfrm>
          <a:prstGeom prst="rect">
            <a:avLst/>
          </a:prstGeom>
          <a:solidFill>
            <a:srgbClr val="1F2935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2331720"/>
            <a:ext cx="91440" cy="2788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6528816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899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6638544" y="40233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 in eigener CRM-Datenbank aufgebaut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80576" y="2331720"/>
            <a:ext cx="2615184" cy="2788920"/>
          </a:xfrm>
          <a:prstGeom prst="rect">
            <a:avLst/>
          </a:prstGeom>
          <a:solidFill>
            <a:srgbClr val="1F2935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80576" y="2331720"/>
            <a:ext cx="91440" cy="2788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9" name="Text 17"/>
          <p:cNvSpPr/>
          <p:nvPr/>
        </p:nvSpPr>
        <p:spPr>
          <a:xfrm>
            <a:off x="9345168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6200" dirty="0"/>
          </a:p>
        </p:txBody>
      </p:sp>
      <p:sp>
        <p:nvSpPr>
          <p:cNvPr id="20" name="Text 18"/>
          <p:cNvSpPr/>
          <p:nvPr/>
        </p:nvSpPr>
        <p:spPr>
          <a:xfrm>
            <a:off x="9454896" y="40233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Sprachen: Deutsch, Französisch, Englisch, Türkisch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Erstkontakt bis zur Inbetriebnahme — ein Ansprechpartner, durchgehend.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MEIN UNFAIRER VORTEIL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Schnelllader belasten das Netz. Ich spreche ihre Sprache.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HPC-Lader zieht hohe Leistung, erzeugt Oberschwingungen und belastet den Netzanschluss. Wer das versteht, verkauft nicht nur ein Gerät — er löst das Problem dahinter. Genau das unterscheidet mich von einem reinen Verkäufer.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60920" y="1874520"/>
            <a:ext cx="768096" cy="768096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4" y="20665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75320" y="18562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Quality nach Norm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5856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50160 und IEC 61000-4-30 Klasse A sind für mich Alltag, nicht Theorie. Ich erkenne Netzprobleme, bevor sie zu Reklamationen werden.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60920" y="3291840"/>
            <a:ext cx="768096" cy="768096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348386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5320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Speicher als Argument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75320" y="367588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Pufferbatterien machen 600-kW-Standorte am schwachen Netz erst möglich. Ich rechne dem Kunden vor, warum sich das lohnt.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60920" y="4709160"/>
            <a:ext cx="768096" cy="768096"/>
          </a:xfrm>
          <a:prstGeom prst="ellipse">
            <a:avLst/>
          </a:prstGeom>
          <a:solidFill>
            <a:srgbClr val="E2001A"/>
          </a:solidFill>
          <a:ln/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490118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4690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Technik wird zu ROI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75320" y="50932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übersetze Kilowatt und Oberschwingungen in Wirtschaftlichkeit — die Sprache, die der Entscheider unterschreibt.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ICH HABE MEINE HAUSAUFGABEN GEMACHT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Ich kenne euer Geschäft — und sehe die Verkaufschancen.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285232" cy="18745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82296" cy="18745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6771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Mio. CHF bis 2035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2852928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baut ein flächendeckendes Schnelllader-Netz auf. Wachstum braucht jemanden, der Standorte verkauft, nicht nur plant.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2011680"/>
            <a:ext cx="5285232" cy="18745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2011680"/>
            <a:ext cx="82296" cy="18745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26771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 bis 600 kW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56248" y="2852928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Netz bis zum Truck-Hypercharger mit Stützbatterie. Je höher die Leistung, desto wichtiger Speicher und Lastmanagement — mein Feld.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5285232" cy="18745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069080"/>
            <a:ext cx="82296" cy="18745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2511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Plug'n Roll, ABB, Etrel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4910328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der Übernahme habt ihr Portfolio und Ladepunkte stark erweitert. Mehr Hardware heisst mehr Beratungsbedarf beim Kunden.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4069080"/>
            <a:ext cx="5285232" cy="187452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4069080"/>
            <a:ext cx="82296" cy="18745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432511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Service, alles aus einer Hand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56248" y="4910328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Ladestation, Lastmanagement, Abrechnung. Genau dieses Bündel verkaufe ich gerne — ein Ansprechpartner, eine Lösung.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 ICH UMSATZ HOLE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Fünf Jagdgründe, vom ersten Tag an.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084832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441448"/>
            <a:ext cx="786384" cy="786384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558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Logistik &amp; Flotten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Depot-Laden und Truck-Hypercharger. Hohe Leistung, klarer Business Case, wiederkehrender Bedarf.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80944" y="2148840"/>
            <a:ext cx="2084832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36976" y="2441448"/>
            <a:ext cx="786384" cy="786384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651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9544" y="33558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Gewerbe &amp; Retail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09544" y="402336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Tankstellen, Detailhandel, Park-and-Charge. Standorte, die Frequenz in Strom umwandeln.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30368" y="2148840"/>
            <a:ext cx="2084832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0" y="2441448"/>
            <a:ext cx="786384" cy="786384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58968" y="33558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Industrie &amp; KMU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58968" y="402336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Firmenflotten plus Speicher zur Lastspitzenkappung. Genau meine Bestandskunden-Welt.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479792" y="2148840"/>
            <a:ext cx="2084832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35824" y="2441448"/>
            <a:ext cx="786384" cy="786384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26517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08392" y="33558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Gemeinden &amp; Städte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08392" y="402336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Ladeinfrastruktur, Ausschreibungen, Versorgungsauftrag. Vertrauensgeschäft.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729216" y="2148840"/>
            <a:ext cx="2084832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985248" y="2441448"/>
            <a:ext cx="786384" cy="786384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517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57816" y="335584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Immobilien &amp; Verwaltungen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957816" y="402336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Mehrfamilienhäuser und Geschäftsgebäude mit Lastmanagement vom Keller bis zur Tiefgarage.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7665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MEIN PLAN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ich in den ersten 90 Tagen liefere.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419856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0704" y="2532888"/>
            <a:ext cx="786384" cy="7863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53288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 1–30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81304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Eintauchen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97280" y="4325112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Technik und Preise intern durchdringen. Mitfahrten im Aussendienst, Gebiet und Pipeline aufnehmen, Wunschkundenprofil schärfen.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2148840"/>
            <a:ext cx="3419856" cy="3383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2532888"/>
            <a:ext cx="786384" cy="7863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3" name="Text 11"/>
          <p:cNvSpPr/>
          <p:nvPr/>
        </p:nvSpPr>
        <p:spPr>
          <a:xfrm>
            <a:off x="4700016" y="253288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36592" y="347472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 31–60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381304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aufbauen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36592" y="4325112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Zielkundenliste für CPO, Gewerbe und Logistik. Erste Termine, erste Angebote, klare Abschlusslogik.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2148840"/>
            <a:ext cx="3419856" cy="3383280"/>
          </a:xfrm>
          <a:prstGeom prst="rect">
            <a:avLst/>
          </a:prstGeom>
          <a:solidFill>
            <a:srgbClr val="141A24"/>
          </a:solidFill>
          <a:ln w="12700">
            <a:solidFill>
              <a:srgbClr val="141A24"/>
            </a:solidFill>
            <a:prstDash val="solid"/>
          </a:ln>
          <a:effectLst>
            <a:outerShdw sx="100000" sy="100000" kx="0" ky="0" algn="bl" rotWithShape="0" blurRad="88900" dist="25400" dir="8100000">
              <a:srgbClr val="1B243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328" y="2532888"/>
            <a:ext cx="786384" cy="7863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53288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75904" y="347472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 61–90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75904" y="381304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Liefern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75904" y="4325112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unterschriebene Abschlüsse und Rahmengespräche. Forecast steht. Erste Referenz-Story für den Markt.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Bewerbung AVIA VOLT Suisse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685800"/>
            <a:ext cx="1920240" cy="1920240"/>
          </a:xfrm>
          <a:prstGeom prst="ellipse">
            <a:avLst/>
          </a:prstGeom>
          <a:solidFill>
            <a:srgbClr val="E2001A"/>
          </a:solidFill>
          <a:ln/>
        </p:spPr>
      </p:sp>
      <p:pic>
        <p:nvPicPr>
          <p:cNvPr id="4" name="Image 0" descr="img/head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777240"/>
            <a:ext cx="1737360" cy="173736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996696"/>
            <a:ext cx="146304" cy="14630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6" name="Text 3"/>
          <p:cNvSpPr/>
          <p:nvPr/>
        </p:nvSpPr>
        <p:spPr>
          <a:xfrm>
            <a:off x="1124712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2C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LASS UNS REDEN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1371600"/>
            <a:ext cx="8503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Ihr sucht jemanden mit technischem Verständnis,</a:t>
            </a:r>
            <a:endParaRPr lang="en-US" sz="2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Freude am Kundenkontakt und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E20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C2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das bringe ich mit. Seit über zehn Jahren, auf dem Schweizer Markt, mit der Technik im Rücken. Gebt mir das Gebiet — ich gebe der Energiewende ein Geschäftsmodell.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4800600"/>
            <a:ext cx="3401568" cy="1051560"/>
          </a:xfrm>
          <a:prstGeom prst="rect">
            <a:avLst/>
          </a:prstGeom>
          <a:solidFill>
            <a:srgbClr val="1F2935"/>
          </a:solidFill>
          <a:ln/>
        </p:spPr>
      </p:sp>
      <p:sp>
        <p:nvSpPr>
          <p:cNvPr id="10" name="Shape 7"/>
          <p:cNvSpPr/>
          <p:nvPr/>
        </p:nvSpPr>
        <p:spPr>
          <a:xfrm>
            <a:off x="1124712" y="5102352"/>
            <a:ext cx="457200" cy="457200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5221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5001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TELEFON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783080" y="52760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+41 79 512 98 07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471416" y="4800600"/>
            <a:ext cx="3401568" cy="1051560"/>
          </a:xfrm>
          <a:prstGeom prst="rect">
            <a:avLst/>
          </a:prstGeom>
          <a:solidFill>
            <a:srgbClr val="1F2935"/>
          </a:solidFill>
          <a:ln/>
        </p:spPr>
      </p:sp>
      <p:sp>
        <p:nvSpPr>
          <p:cNvPr id="15" name="Shape 11"/>
          <p:cNvSpPr/>
          <p:nvPr/>
        </p:nvSpPr>
        <p:spPr>
          <a:xfrm>
            <a:off x="4727448" y="5102352"/>
            <a:ext cx="457200" cy="457200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5221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85816" y="5001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385816" y="52760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b.s.uecoez@gmail.com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74152" y="4800600"/>
            <a:ext cx="3401568" cy="1051560"/>
          </a:xfrm>
          <a:prstGeom prst="rect">
            <a:avLst/>
          </a:prstGeom>
          <a:solidFill>
            <a:srgbClr val="1F2935"/>
          </a:solidFill>
          <a:ln/>
        </p:spPr>
      </p:sp>
      <p:sp>
        <p:nvSpPr>
          <p:cNvPr id="20" name="Shape 15"/>
          <p:cNvSpPr/>
          <p:nvPr/>
        </p:nvSpPr>
        <p:spPr>
          <a:xfrm>
            <a:off x="8330184" y="5102352"/>
            <a:ext cx="457200" cy="457200"/>
          </a:xfrm>
          <a:prstGeom prst="ellipse">
            <a:avLst/>
          </a:prstGeom>
          <a:solidFill>
            <a:srgbClr val="FBE6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52212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88552" y="5001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3A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STANDORT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988552" y="52760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8240 Thayngen, Schweiz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868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Ücöz · Vertriebsingenieur · EMV &amp; Power Quality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Bewerbung Vertriebsmanager – AVIA VOLT Suisse</dc:title>
  <dc:subject>PptxGenJS Presentation</dc:subject>
  <dc:creator>Burak Ücöz</dc:creator>
  <cp:lastModifiedBy>Burak Ücöz</cp:lastModifiedBy>
  <cp:revision>1</cp:revision>
  <dcterms:created xsi:type="dcterms:W3CDTF">2026-06-05T03:43:27Z</dcterms:created>
  <dcterms:modified xsi:type="dcterms:W3CDTF">2026-06-05T03:43:27Z</dcterms:modified>
</cp:coreProperties>
</file>