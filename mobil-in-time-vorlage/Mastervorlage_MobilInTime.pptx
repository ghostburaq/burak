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60" r:id="rId6"/>
    <p:sldId id="262" r:id="rId7"/>
    <p:sldId id="350" r:id="rId8"/>
    <p:sldId id="258" r:id="rId9"/>
    <p:sldId id="266" r:id="rId10"/>
    <p:sldId id="336" r:id="rId11"/>
    <p:sldId id="345" r:id="rId12"/>
    <p:sldId id="338" r:id="rId13"/>
    <p:sldId id="339" r:id="rId14"/>
    <p:sldId id="341" r:id="rId15"/>
    <p:sldId id="349" r:id="rId16"/>
    <p:sldId id="347" r:id="rId17"/>
    <p:sldId id="267" r:id="rId18"/>
    <p:sldId id="263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schnitt ohne Titel" id="{C6D4BE38-8B3C-402D-BB49-1E5FC4A05F0C}">
          <p14:sldIdLst>
            <p14:sldId id="256"/>
            <p14:sldId id="260"/>
            <p14:sldId id="262"/>
            <p14:sldId id="350"/>
            <p14:sldId id="258"/>
            <p14:sldId id="266"/>
            <p14:sldId id="336"/>
            <p14:sldId id="345"/>
            <p14:sldId id="338"/>
            <p14:sldId id="339"/>
            <p14:sldId id="341"/>
            <p14:sldId id="349"/>
            <p14:sldId id="347"/>
            <p14:sldId id="267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A092AD-01A1-75B1-12F5-27835F26D3D8}" name="Ann-Kathrin Schmidt" initials="AKS" userId="S::Schmidt@mobilintime.com::eed76019-7097-4b67-b5ca-4538df3ddc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95B"/>
    <a:srgbClr val="E00036"/>
    <a:srgbClr val="E5032E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93B28D-4185-4A60-8DA6-FB67E9D3690E}" v="10" dt="2026-07-13T09:07:07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112" d="100"/>
          <a:sy n="112" d="100"/>
        </p:scale>
        <p:origin x="438" y="4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cha Promberger" userId="de38bd02-217f-4d7d-a2d9-3812f9b77dec" providerId="ADAL" clId="{348B077B-6069-4F27-9ADF-AB26C724BB46}"/>
    <pc:docChg chg="undo custSel addSld delSld modSld modSection">
      <pc:chgData name="Sascha Promberger" userId="de38bd02-217f-4d7d-a2d9-3812f9b77dec" providerId="ADAL" clId="{348B077B-6069-4F27-9ADF-AB26C724BB46}" dt="2026-07-13T13:39:20.474" v="952" actId="2696"/>
      <pc:docMkLst>
        <pc:docMk/>
      </pc:docMkLst>
      <pc:sldChg chg="modSp del mod">
        <pc:chgData name="Sascha Promberger" userId="de38bd02-217f-4d7d-a2d9-3812f9b77dec" providerId="ADAL" clId="{348B077B-6069-4F27-9ADF-AB26C724BB46}" dt="2026-07-13T13:39:20.474" v="952" actId="2696"/>
        <pc:sldMkLst>
          <pc:docMk/>
          <pc:sldMk cId="703779366" sldId="264"/>
        </pc:sldMkLst>
        <pc:spChg chg="mod">
          <ac:chgData name="Sascha Promberger" userId="de38bd02-217f-4d7d-a2d9-3812f9b77dec" providerId="ADAL" clId="{348B077B-6069-4F27-9ADF-AB26C724BB46}" dt="2026-07-13T07:13:05.878" v="20" actId="1076"/>
          <ac:spMkLst>
            <pc:docMk/>
            <pc:sldMk cId="703779366" sldId="264"/>
            <ac:spMk id="4" creationId="{ED55C8CF-7D07-69A7-3FB2-F421149D4F29}"/>
          </ac:spMkLst>
        </pc:spChg>
        <pc:spChg chg="mod">
          <ac:chgData name="Sascha Promberger" userId="de38bd02-217f-4d7d-a2d9-3812f9b77dec" providerId="ADAL" clId="{348B077B-6069-4F27-9ADF-AB26C724BB46}" dt="2026-07-13T07:13:05.082" v="17" actId="1076"/>
          <ac:spMkLst>
            <pc:docMk/>
            <pc:sldMk cId="703779366" sldId="264"/>
            <ac:spMk id="19" creationId="{AD62A131-C7E6-489E-91FA-CE468889BCE6}"/>
          </ac:spMkLst>
        </pc:spChg>
        <pc:spChg chg="mod">
          <ac:chgData name="Sascha Promberger" userId="de38bd02-217f-4d7d-a2d9-3812f9b77dec" providerId="ADAL" clId="{348B077B-6069-4F27-9ADF-AB26C724BB46}" dt="2026-07-13T07:13:05.082" v="17" actId="1076"/>
          <ac:spMkLst>
            <pc:docMk/>
            <pc:sldMk cId="703779366" sldId="264"/>
            <ac:spMk id="20" creationId="{33DF6977-EC1F-1360-6DFC-53EEDC12F314}"/>
          </ac:spMkLst>
        </pc:spChg>
        <pc:spChg chg="mod">
          <ac:chgData name="Sascha Promberger" userId="de38bd02-217f-4d7d-a2d9-3812f9b77dec" providerId="ADAL" clId="{348B077B-6069-4F27-9ADF-AB26C724BB46}" dt="2026-07-13T07:13:06.363" v="23" actId="1076"/>
          <ac:spMkLst>
            <pc:docMk/>
            <pc:sldMk cId="703779366" sldId="264"/>
            <ac:spMk id="21" creationId="{3D5A0F1F-5DA2-DB2B-FCE0-B4C0097D46DF}"/>
          </ac:spMkLst>
        </pc:spChg>
        <pc:spChg chg="mod">
          <ac:chgData name="Sascha Promberger" userId="de38bd02-217f-4d7d-a2d9-3812f9b77dec" providerId="ADAL" clId="{348B077B-6069-4F27-9ADF-AB26C724BB46}" dt="2026-07-13T07:13:06.363" v="23" actId="1076"/>
          <ac:spMkLst>
            <pc:docMk/>
            <pc:sldMk cId="703779366" sldId="264"/>
            <ac:spMk id="23" creationId="{B543A7C8-C6A7-014A-CF76-62C5CFF0B171}"/>
          </ac:spMkLst>
        </pc:spChg>
        <pc:spChg chg="mod">
          <ac:chgData name="Sascha Promberger" userId="de38bd02-217f-4d7d-a2d9-3812f9b77dec" providerId="ADAL" clId="{348B077B-6069-4F27-9ADF-AB26C724BB46}" dt="2026-07-13T07:13:05.878" v="20" actId="1076"/>
          <ac:spMkLst>
            <pc:docMk/>
            <pc:sldMk cId="703779366" sldId="264"/>
            <ac:spMk id="24" creationId="{44D8D2FC-985C-0739-FAAC-F2C4B27DD4EE}"/>
          </ac:spMkLst>
        </pc:spChg>
        <pc:spChg chg="mod">
          <ac:chgData name="Sascha Promberger" userId="de38bd02-217f-4d7d-a2d9-3812f9b77dec" providerId="ADAL" clId="{348B077B-6069-4F27-9ADF-AB26C724BB46}" dt="2026-07-13T07:13:05.082" v="17" actId="1076"/>
          <ac:spMkLst>
            <pc:docMk/>
            <pc:sldMk cId="703779366" sldId="264"/>
            <ac:spMk id="25" creationId="{4286E746-0461-761B-9E2E-52AFF33AF458}"/>
          </ac:spMkLst>
        </pc:spChg>
        <pc:spChg chg="mod">
          <ac:chgData name="Sascha Promberger" userId="de38bd02-217f-4d7d-a2d9-3812f9b77dec" providerId="ADAL" clId="{348B077B-6069-4F27-9ADF-AB26C724BB46}" dt="2026-07-13T07:13:05.082" v="17" actId="1076"/>
          <ac:spMkLst>
            <pc:docMk/>
            <pc:sldMk cId="703779366" sldId="264"/>
            <ac:spMk id="26" creationId="{EFDAA436-BEED-E16F-69E9-FDD9AE30A5FD}"/>
          </ac:spMkLst>
        </pc:spChg>
        <pc:picChg chg="mod">
          <ac:chgData name="Sascha Promberger" userId="de38bd02-217f-4d7d-a2d9-3812f9b77dec" providerId="ADAL" clId="{348B077B-6069-4F27-9ADF-AB26C724BB46}" dt="2026-07-13T07:00:53.772" v="11" actId="1076"/>
          <ac:picMkLst>
            <pc:docMk/>
            <pc:sldMk cId="703779366" sldId="264"/>
            <ac:picMk id="2" creationId="{BEC7F240-D7C6-3BED-3BCC-32C4BEE98102}"/>
          </ac:picMkLst>
        </pc:picChg>
      </pc:sldChg>
      <pc:sldChg chg="addSp delSp modSp add mod">
        <pc:chgData name="Sascha Promberger" userId="de38bd02-217f-4d7d-a2d9-3812f9b77dec" providerId="ADAL" clId="{348B077B-6069-4F27-9ADF-AB26C724BB46}" dt="2026-07-13T10:40:17.114" v="951" actId="1036"/>
        <pc:sldMkLst>
          <pc:docMk/>
          <pc:sldMk cId="229551692" sldId="350"/>
        </pc:sldMkLst>
        <pc:spChg chg="mod">
          <ac:chgData name="Sascha Promberger" userId="de38bd02-217f-4d7d-a2d9-3812f9b77dec" providerId="ADAL" clId="{348B077B-6069-4F27-9ADF-AB26C724BB46}" dt="2026-07-13T10:00:10.854" v="844" actId="1037"/>
          <ac:spMkLst>
            <pc:docMk/>
            <pc:sldMk cId="229551692" sldId="350"/>
            <ac:spMk id="3" creationId="{7051C94B-0AC7-BF7C-71D3-D0B1FD235A71}"/>
          </ac:spMkLst>
        </pc:spChg>
        <pc:spChg chg="del">
          <ac:chgData name="Sascha Promberger" userId="de38bd02-217f-4d7d-a2d9-3812f9b77dec" providerId="ADAL" clId="{348B077B-6069-4F27-9ADF-AB26C724BB46}" dt="2026-07-13T07:13:35.052" v="28" actId="478"/>
          <ac:spMkLst>
            <pc:docMk/>
            <pc:sldMk cId="229551692" sldId="350"/>
            <ac:spMk id="4" creationId="{B627D7F5-966D-7496-70CE-6D8B420955CE}"/>
          </ac:spMkLst>
        </pc:spChg>
        <pc:spChg chg="add del mod">
          <ac:chgData name="Sascha Promberger" userId="de38bd02-217f-4d7d-a2d9-3812f9b77dec" providerId="ADAL" clId="{348B077B-6069-4F27-9ADF-AB26C724BB46}" dt="2026-07-13T09:08:42.451" v="702" actId="478"/>
          <ac:spMkLst>
            <pc:docMk/>
            <pc:sldMk cId="229551692" sldId="350"/>
            <ac:spMk id="7" creationId="{052EE29D-AED6-86ED-6082-4369E1B441AE}"/>
          </ac:spMkLst>
        </pc:spChg>
        <pc:spChg chg="del">
          <ac:chgData name="Sascha Promberger" userId="de38bd02-217f-4d7d-a2d9-3812f9b77dec" providerId="ADAL" clId="{348B077B-6069-4F27-9ADF-AB26C724BB46}" dt="2026-07-13T07:13:43.046" v="30" actId="478"/>
          <ac:spMkLst>
            <pc:docMk/>
            <pc:sldMk cId="229551692" sldId="350"/>
            <ac:spMk id="19" creationId="{BD20C31F-4953-2CEF-4BEC-7ABE1F286FF9}"/>
          </ac:spMkLst>
        </pc:spChg>
        <pc:spChg chg="add del">
          <ac:chgData name="Sascha Promberger" userId="de38bd02-217f-4d7d-a2d9-3812f9b77dec" providerId="ADAL" clId="{348B077B-6069-4F27-9ADF-AB26C724BB46}" dt="2026-07-13T07:14:48.913" v="41" actId="478"/>
          <ac:spMkLst>
            <pc:docMk/>
            <pc:sldMk cId="229551692" sldId="350"/>
            <ac:spMk id="20" creationId="{9C54C3C4-C954-8CEE-2356-4F8D42B7104F}"/>
          </ac:spMkLst>
        </pc:spChg>
        <pc:spChg chg="del mod">
          <ac:chgData name="Sascha Promberger" userId="de38bd02-217f-4d7d-a2d9-3812f9b77dec" providerId="ADAL" clId="{348B077B-6069-4F27-9ADF-AB26C724BB46}" dt="2026-07-13T07:13:33.067" v="27" actId="478"/>
          <ac:spMkLst>
            <pc:docMk/>
            <pc:sldMk cId="229551692" sldId="350"/>
            <ac:spMk id="21" creationId="{6436FD6F-ED0F-BEFC-92F2-95574927F7AF}"/>
          </ac:spMkLst>
        </pc:spChg>
        <pc:spChg chg="mod">
          <ac:chgData name="Sascha Promberger" userId="de38bd02-217f-4d7d-a2d9-3812f9b77dec" providerId="ADAL" clId="{348B077B-6069-4F27-9ADF-AB26C724BB46}" dt="2026-07-13T07:17:00.946" v="106" actId="1037"/>
          <ac:spMkLst>
            <pc:docMk/>
            <pc:sldMk cId="229551692" sldId="350"/>
            <ac:spMk id="22" creationId="{23A9F2DC-5808-2639-5D7E-308BFA45FF34}"/>
          </ac:spMkLst>
        </pc:spChg>
        <pc:spChg chg="mod">
          <ac:chgData name="Sascha Promberger" userId="de38bd02-217f-4d7d-a2d9-3812f9b77dec" providerId="ADAL" clId="{348B077B-6069-4F27-9ADF-AB26C724BB46}" dt="2026-07-13T10:40:02.643" v="946" actId="1036"/>
          <ac:spMkLst>
            <pc:docMk/>
            <pc:sldMk cId="229551692" sldId="350"/>
            <ac:spMk id="23" creationId="{05FFD232-F8DB-CF14-308A-9BE4E5BD5EF0}"/>
          </ac:spMkLst>
        </pc:spChg>
        <pc:spChg chg="mod">
          <ac:chgData name="Sascha Promberger" userId="de38bd02-217f-4d7d-a2d9-3812f9b77dec" providerId="ADAL" clId="{348B077B-6069-4F27-9ADF-AB26C724BB46}" dt="2026-07-13T10:40:02.643" v="946" actId="1036"/>
          <ac:spMkLst>
            <pc:docMk/>
            <pc:sldMk cId="229551692" sldId="350"/>
            <ac:spMk id="24" creationId="{E23281ED-4E04-BC55-64F3-EF172B64C549}"/>
          </ac:spMkLst>
        </pc:spChg>
        <pc:spChg chg="mod">
          <ac:chgData name="Sascha Promberger" userId="de38bd02-217f-4d7d-a2d9-3812f9b77dec" providerId="ADAL" clId="{348B077B-6069-4F27-9ADF-AB26C724BB46}" dt="2026-07-13T10:40:02.643" v="946" actId="1036"/>
          <ac:spMkLst>
            <pc:docMk/>
            <pc:sldMk cId="229551692" sldId="350"/>
            <ac:spMk id="25" creationId="{AC200083-D45F-5147-68B1-C2A97698C881}"/>
          </ac:spMkLst>
        </pc:spChg>
        <pc:spChg chg="mod">
          <ac:chgData name="Sascha Promberger" userId="de38bd02-217f-4d7d-a2d9-3812f9b77dec" providerId="ADAL" clId="{348B077B-6069-4F27-9ADF-AB26C724BB46}" dt="2026-07-13T10:40:02.643" v="946" actId="1036"/>
          <ac:spMkLst>
            <pc:docMk/>
            <pc:sldMk cId="229551692" sldId="350"/>
            <ac:spMk id="26" creationId="{22408EF3-766E-ABB4-5028-B9D9AFCE07E8}"/>
          </ac:spMkLst>
        </pc:spChg>
        <pc:picChg chg="del mod">
          <ac:chgData name="Sascha Promberger" userId="de38bd02-217f-4d7d-a2d9-3812f9b77dec" providerId="ADAL" clId="{348B077B-6069-4F27-9ADF-AB26C724BB46}" dt="2026-07-13T08:57:42.021" v="487" actId="478"/>
          <ac:picMkLst>
            <pc:docMk/>
            <pc:sldMk cId="229551692" sldId="350"/>
            <ac:picMk id="2" creationId="{8A5527D2-8B82-2927-091F-60106643F4BE}"/>
          </ac:picMkLst>
        </pc:picChg>
        <pc:picChg chg="add del mod ord">
          <ac:chgData name="Sascha Promberger" userId="de38bd02-217f-4d7d-a2d9-3812f9b77dec" providerId="ADAL" clId="{348B077B-6069-4F27-9ADF-AB26C724BB46}" dt="2026-07-13T09:18:15.833" v="732" actId="478"/>
          <ac:picMkLst>
            <pc:docMk/>
            <pc:sldMk cId="229551692" sldId="350"/>
            <ac:picMk id="5" creationId="{0FAEAA3F-C855-1286-DD8F-BD01CB737FCA}"/>
          </ac:picMkLst>
        </pc:picChg>
        <pc:picChg chg="mod">
          <ac:chgData name="Sascha Promberger" userId="de38bd02-217f-4d7d-a2d9-3812f9b77dec" providerId="ADAL" clId="{348B077B-6069-4F27-9ADF-AB26C724BB46}" dt="2026-07-13T10:00:10.854" v="844" actId="1037"/>
          <ac:picMkLst>
            <pc:docMk/>
            <pc:sldMk cId="229551692" sldId="350"/>
            <ac:picMk id="6" creationId="{F509A259-8B6F-574C-E365-03EBE1B56BBD}"/>
          </ac:picMkLst>
        </pc:picChg>
        <pc:picChg chg="add mod ord modCrop">
          <ac:chgData name="Sascha Promberger" userId="de38bd02-217f-4d7d-a2d9-3812f9b77dec" providerId="ADAL" clId="{348B077B-6069-4F27-9ADF-AB26C724BB46}" dt="2026-07-13T10:40:17.114" v="951" actId="1036"/>
          <ac:picMkLst>
            <pc:docMk/>
            <pc:sldMk cId="229551692" sldId="350"/>
            <ac:picMk id="9" creationId="{6863DA6D-AE26-05C1-7868-38A6878A00D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3F216-10B7-4AF9-B20D-22D47690FF11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C0DF8-A47B-4B8D-A8E9-43D73CFC88C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495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270B-E550-36B9-6A34-098026CF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48BF3-AD13-056A-D7DA-AC68D93A6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84A6E-5B44-C702-0B47-2A0172304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D4B0-E284-879A-E7EA-FB2AE804A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52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8070-2727-7D73-1846-E1C75BB1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A5584-E2DD-7E7B-49ED-821953A7F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6FF07-F6D4-CDFA-D260-8C4843938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6FAC3-4592-BE13-9E9B-D14876A1F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16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9C2C1-04E3-6AC4-6CFE-3E7CAED85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E00A2-6A0D-5303-B293-02B8A0CCA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C199C-FE18-2AAE-F529-B474848DD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25556-8551-A293-7D37-6CFDC1A777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79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9D593-D5EF-AE3B-4F1A-34226ADE3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1D0F1-427C-780D-9172-96F5F6BC0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48DFC-4437-D1ED-A4BF-5786F8D2C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63A46-5133-1CDD-9667-64637DAEB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48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C8C4AD08-CCEA-4339-A7F6-F3BEBF3710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2191998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542309C-2688-4A5B-A18C-61F955C29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9450" y="1099854"/>
            <a:ext cx="5750179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418234B-2462-444A-903A-3DE578CD5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B13E9AF-71AD-4E87-8C31-837E61A60A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9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090C346-FC05-4F09-8304-9007A0A807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2"/>
            <a:ext cx="12191998" cy="6857998"/>
          </a:xfrm>
          <a:prstGeom prst="rect">
            <a:avLst/>
          </a:prstGeom>
        </p:spPr>
      </p:pic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FAD7E4-B14A-4D52-AEBF-E8548A1E0DE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66925" y="2727762"/>
            <a:ext cx="1814513" cy="181282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4C9D3802-4200-4EC8-9ED7-08F3172FF47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138613" y="2727762"/>
            <a:ext cx="1816894" cy="181168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0815642B-5485-458F-BBCD-C442AFA77EF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15063" y="2727762"/>
            <a:ext cx="1814513" cy="181168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72941E1B-08BA-4234-9C9F-2CD06FB30A3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289131" y="2727762"/>
            <a:ext cx="1814513" cy="181168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3EB270E-1C97-44F5-8800-B65A4C266F4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67238" y="4736414"/>
            <a:ext cx="1611312" cy="1466850"/>
          </a:xfrm>
        </p:spPr>
        <p:txBody>
          <a:bodyPr/>
          <a:lstStyle>
            <a:lvl1pPr marL="0" indent="0" algn="just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85288D32-DC35-408B-AC76-EE60EB6776C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40040" y="4736414"/>
            <a:ext cx="1611312" cy="1466850"/>
          </a:xfrm>
        </p:spPr>
        <p:txBody>
          <a:bodyPr/>
          <a:lstStyle>
            <a:lvl1pPr marL="0" indent="0" algn="just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9EC48F9A-EC4F-41E8-A934-AA816590D4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07508" y="4736414"/>
            <a:ext cx="1611312" cy="1466850"/>
          </a:xfrm>
        </p:spPr>
        <p:txBody>
          <a:bodyPr/>
          <a:lstStyle>
            <a:lvl1pPr marL="0" indent="0" algn="just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D09970B5-13FA-41F5-B55F-17BE62E9733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74976" y="4736414"/>
            <a:ext cx="1611312" cy="1466850"/>
          </a:xfrm>
        </p:spPr>
        <p:txBody>
          <a:bodyPr/>
          <a:lstStyle>
            <a:lvl1pPr marL="0" indent="0" algn="just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3" name="Titel 1">
            <a:extLst>
              <a:ext uri="{FF2B5EF4-FFF2-40B4-BE49-F238E27FC236}">
                <a16:creationId xmlns:a16="http://schemas.microsoft.com/office/drawing/2014/main" id="{42637617-4607-4F52-8C45-9D8CBE7D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8" y="365125"/>
            <a:ext cx="8186058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EA1E6C2-741A-4E88-B1E7-6002B973D20B}"/>
              </a:ext>
            </a:extLst>
          </p:cNvPr>
          <p:cNvSpPr/>
          <p:nvPr userDrawn="1"/>
        </p:nvSpPr>
        <p:spPr>
          <a:xfrm>
            <a:off x="2626614" y="4542438"/>
            <a:ext cx="688941" cy="64293"/>
          </a:xfrm>
          <a:prstGeom prst="rect">
            <a:avLst/>
          </a:prstGeom>
          <a:solidFill>
            <a:srgbClr val="E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E6C7DC9-4494-4976-86D0-E6B845AF0934}"/>
              </a:ext>
            </a:extLst>
          </p:cNvPr>
          <p:cNvSpPr/>
          <p:nvPr userDrawn="1"/>
        </p:nvSpPr>
        <p:spPr>
          <a:xfrm>
            <a:off x="4701225" y="4542437"/>
            <a:ext cx="688941" cy="64293"/>
          </a:xfrm>
          <a:prstGeom prst="rect">
            <a:avLst/>
          </a:prstGeom>
          <a:solidFill>
            <a:srgbClr val="E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2962D92-BA8F-4C32-AD4D-FC85CCB1E393}"/>
              </a:ext>
            </a:extLst>
          </p:cNvPr>
          <p:cNvSpPr/>
          <p:nvPr userDrawn="1"/>
        </p:nvSpPr>
        <p:spPr>
          <a:xfrm>
            <a:off x="6777848" y="4541657"/>
            <a:ext cx="688941" cy="64293"/>
          </a:xfrm>
          <a:prstGeom prst="rect">
            <a:avLst/>
          </a:prstGeom>
          <a:solidFill>
            <a:srgbClr val="E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F43D4DD-A1AA-4193-AC54-7FC4131B1143}"/>
              </a:ext>
            </a:extLst>
          </p:cNvPr>
          <p:cNvSpPr/>
          <p:nvPr userDrawn="1"/>
        </p:nvSpPr>
        <p:spPr>
          <a:xfrm>
            <a:off x="8851917" y="4539443"/>
            <a:ext cx="688941" cy="64293"/>
          </a:xfrm>
          <a:prstGeom prst="rect">
            <a:avLst/>
          </a:prstGeom>
          <a:solidFill>
            <a:srgbClr val="E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EB4373D-90C6-EFE5-ADB6-72DD6C228E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32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8A2C2AB9-2E16-4CFD-A87C-E007944142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470F61A-BFF1-470C-9364-F5D19D5B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8" y="365125"/>
            <a:ext cx="8186058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C0F973-F24C-4BC9-AA70-5EE18837E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668" y="1825625"/>
            <a:ext cx="8186058" cy="4351338"/>
          </a:xfrm>
        </p:spPr>
        <p:txBody>
          <a:bodyPr>
            <a:normAutofit/>
          </a:bodyPr>
          <a:lstStyle>
            <a:lvl1pPr marL="228600" indent="-228600" algn="l">
              <a:buSzPct val="65000"/>
              <a:buFontTx/>
              <a:buBlip>
                <a:blip r:embed="rId3"/>
              </a:buBlip>
              <a:defRPr sz="1600"/>
            </a:lvl1pPr>
            <a:lvl2pPr marL="685800" indent="-228600">
              <a:buSzPct val="65000"/>
              <a:buFontTx/>
              <a:buBlip>
                <a:blip r:embed="rId3"/>
              </a:buBlip>
              <a:defRPr sz="1200"/>
            </a:lvl2pPr>
            <a:lvl3pPr marL="1143000" indent="-228600">
              <a:buSzPct val="65000"/>
              <a:buFontTx/>
              <a:buBlip>
                <a:blip r:embed="rId3"/>
              </a:buBlip>
              <a:defRPr sz="1200"/>
            </a:lvl3pPr>
            <a:lvl4pPr marL="1600200" indent="-228600">
              <a:buSzPct val="65000"/>
              <a:buFontTx/>
              <a:buBlip>
                <a:blip r:embed="rId3"/>
              </a:buBlip>
              <a:defRPr sz="1200"/>
            </a:lvl4pPr>
            <a:lvl5pPr marL="2057400" indent="-228600">
              <a:buSzPct val="65000"/>
              <a:buFontTx/>
              <a:buBlip>
                <a:blip r:embed="rId3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ACB7EF9-81A9-DD61-A9E2-8C0CA92E66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6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paltiger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1393E8F-3111-4C45-B8A4-C56E361ECA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2"/>
            <a:ext cx="12191998" cy="6857998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59BB3122-9142-4D1B-A6E2-35DBC9CE5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8" y="365125"/>
            <a:ext cx="8186058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0F4CC725-F445-4506-BEFA-34A4C0E55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3668" y="3237829"/>
            <a:ext cx="2208258" cy="2282416"/>
          </a:xfrm>
        </p:spPr>
        <p:txBody>
          <a:bodyPr>
            <a:normAutofit/>
          </a:bodyPr>
          <a:lstStyle>
            <a:lvl1pPr marL="171450" indent="-171450" algn="l">
              <a:buSzPct val="65000"/>
              <a:buFontTx/>
              <a:buBlip>
                <a:blip r:embed="rId3"/>
              </a:buBlip>
              <a:defRPr sz="1600"/>
            </a:lvl1pPr>
            <a:lvl2pPr marL="457200" indent="0" algn="l">
              <a:buFontTx/>
              <a:buNone/>
              <a:defRPr sz="1200"/>
            </a:lvl2pPr>
            <a:lvl3pPr marL="914400" indent="0" algn="l">
              <a:buFontTx/>
              <a:buNone/>
              <a:defRPr sz="1200"/>
            </a:lvl3pPr>
            <a:lvl4pPr marL="1371600" indent="0" algn="l">
              <a:buFontTx/>
              <a:buNone/>
              <a:defRPr sz="1200"/>
            </a:lvl4pPr>
            <a:lvl5pPr marL="1828800" indent="0" algn="l">
              <a:buFontTx/>
              <a:buNone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5FDD260C-84D6-4544-872E-959C029D05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93668" y="1827802"/>
            <a:ext cx="2208258" cy="118427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CD3E9369-187D-4372-AA9A-8FDC9466D6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56887" y="3237829"/>
            <a:ext cx="2208258" cy="2282416"/>
          </a:xfrm>
        </p:spPr>
        <p:txBody>
          <a:bodyPr>
            <a:normAutofit/>
          </a:bodyPr>
          <a:lstStyle>
            <a:lvl1pPr marL="171450" indent="-171450" algn="l">
              <a:buSzPct val="65000"/>
              <a:buFontTx/>
              <a:buBlip>
                <a:blip r:embed="rId3"/>
              </a:buBlip>
              <a:defRPr sz="1600"/>
            </a:lvl1pPr>
            <a:lvl2pPr marL="457200" indent="0" algn="l">
              <a:buFontTx/>
              <a:buNone/>
              <a:defRPr sz="1200"/>
            </a:lvl2pPr>
            <a:lvl3pPr marL="914400" indent="0" algn="l">
              <a:buFontTx/>
              <a:buNone/>
              <a:defRPr sz="1200"/>
            </a:lvl3pPr>
            <a:lvl4pPr marL="1371600" indent="0" algn="l">
              <a:buFontTx/>
              <a:buNone/>
              <a:defRPr sz="1200"/>
            </a:lvl4pPr>
            <a:lvl5pPr marL="1828800" indent="0" algn="l">
              <a:buFontTx/>
              <a:buNone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Bildplatzhalter 15">
            <a:extLst>
              <a:ext uri="{FF2B5EF4-FFF2-40B4-BE49-F238E27FC236}">
                <a16:creationId xmlns:a16="http://schemas.microsoft.com/office/drawing/2014/main" id="{6AC3D96C-E376-4496-8396-14AFE566833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756887" y="1827802"/>
            <a:ext cx="2208258" cy="118427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3" name="Bildplatzhalter 15">
            <a:extLst>
              <a:ext uri="{FF2B5EF4-FFF2-40B4-BE49-F238E27FC236}">
                <a16:creationId xmlns:a16="http://schemas.microsoft.com/office/drawing/2014/main" id="{FAB112F8-C380-4BE3-9FFE-14099544691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920107" y="1827802"/>
            <a:ext cx="2208258" cy="118427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FECCD7BD-2FC8-45A2-834F-738044E5123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20107" y="3254193"/>
            <a:ext cx="2208258" cy="2282416"/>
          </a:xfrm>
        </p:spPr>
        <p:txBody>
          <a:bodyPr>
            <a:normAutofit/>
          </a:bodyPr>
          <a:lstStyle>
            <a:lvl1pPr marL="171450" indent="-171450" algn="l">
              <a:buSzPct val="65000"/>
              <a:buFontTx/>
              <a:buBlip>
                <a:blip r:embed="rId3"/>
              </a:buBlip>
              <a:defRPr sz="1600"/>
            </a:lvl1pPr>
            <a:lvl2pPr marL="457200" indent="0" algn="l">
              <a:buFontTx/>
              <a:buNone/>
              <a:defRPr sz="1200"/>
            </a:lvl2pPr>
            <a:lvl3pPr marL="914400" indent="0" algn="l">
              <a:buFontTx/>
              <a:buNone/>
              <a:defRPr sz="1200"/>
            </a:lvl3pPr>
            <a:lvl4pPr marL="1371600" indent="0" algn="l">
              <a:buFontTx/>
              <a:buNone/>
              <a:defRPr sz="1200"/>
            </a:lvl4pPr>
            <a:lvl5pPr marL="1828800" indent="0" algn="l">
              <a:buFontTx/>
              <a:buNone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469433A-9482-0D5E-48F9-5B8820860A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8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D958B27-C4C0-4DC2-89B3-195793E4D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4A9A3E7-3527-4371-9524-4F379DDF2BB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096000" y="1820425"/>
            <a:ext cx="3683726" cy="3573100"/>
          </a:xfrm>
        </p:spPr>
        <p:txBody>
          <a:bodyPr>
            <a:normAutofit/>
          </a:bodyPr>
          <a:lstStyle>
            <a:lvl1pPr marL="228600" indent="-228600">
              <a:buSzPct val="65000"/>
              <a:buFontTx/>
              <a:buBlip>
                <a:blip r:embed="rId3"/>
              </a:buBlip>
              <a:defRPr sz="1600"/>
            </a:lvl1pPr>
            <a:lvl2pPr marL="685800" indent="-228600">
              <a:buSzPct val="65000"/>
              <a:buFontTx/>
              <a:buBlip>
                <a:blip r:embed="rId3"/>
              </a:buBlip>
              <a:defRPr/>
            </a:lvl2pPr>
            <a:lvl3pPr marL="1143000" indent="-228600">
              <a:buSzPct val="65000"/>
              <a:buFontTx/>
              <a:buBlip>
                <a:blip r:embed="rId3"/>
              </a:buBlip>
              <a:defRPr/>
            </a:lvl3pPr>
            <a:lvl4pPr marL="1600200" indent="-228600">
              <a:buSzPct val="65000"/>
              <a:buFontTx/>
              <a:buBlip>
                <a:blip r:embed="rId3"/>
              </a:buBlip>
              <a:defRPr/>
            </a:lvl4pPr>
            <a:lvl5pPr marL="2057400" indent="-228600">
              <a:buSzPct val="65000"/>
              <a:buFontTx/>
              <a:buBlip>
                <a:blip r:embed="rId3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72982F4-5269-4AB4-9EB3-AC41E69B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8" y="365125"/>
            <a:ext cx="8186058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53ADC18A-80C4-4D43-8CA5-75B11F97F05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593668" y="1820425"/>
            <a:ext cx="3683726" cy="3573100"/>
          </a:xfrm>
        </p:spPr>
        <p:txBody>
          <a:bodyPr>
            <a:normAutofit/>
          </a:bodyPr>
          <a:lstStyle>
            <a:lvl1pPr marL="228600" indent="-228600">
              <a:buSzPct val="65000"/>
              <a:buFontTx/>
              <a:buBlip>
                <a:blip r:embed="rId3"/>
              </a:buBlip>
              <a:defRPr sz="1600"/>
            </a:lvl1pPr>
            <a:lvl2pPr marL="685800" indent="-228600">
              <a:buSzPct val="65000"/>
              <a:buFontTx/>
              <a:buBlip>
                <a:blip r:embed="rId3"/>
              </a:buBlip>
              <a:defRPr sz="1200"/>
            </a:lvl2pPr>
            <a:lvl3pPr marL="1143000" indent="-228600">
              <a:buSzPct val="65000"/>
              <a:buFontTx/>
              <a:buBlip>
                <a:blip r:embed="rId3"/>
              </a:buBlip>
              <a:defRPr sz="1200"/>
            </a:lvl3pPr>
            <a:lvl4pPr marL="1600200" indent="-228600">
              <a:buSzPct val="65000"/>
              <a:buFontTx/>
              <a:buBlip>
                <a:blip r:embed="rId3"/>
              </a:buBlip>
              <a:defRPr sz="1200"/>
            </a:lvl4pPr>
            <a:lvl5pPr marL="2057400" indent="-228600">
              <a:buSzPct val="65000"/>
              <a:buFontTx/>
              <a:buBlip>
                <a:blip r:embed="rId3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63A9A8A-A1D3-5382-E4C3-0BD51353C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55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CFBCAEAA-4DDA-4F17-9400-0295ADD07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071" y="498545"/>
            <a:ext cx="1775233" cy="60196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94692BF-4805-4E05-8202-13FDEC24DB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1336"/>
            <a:ext cx="12191998" cy="6857999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C0F973-F24C-4BC9-AA70-5EE18837E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668" y="1825625"/>
            <a:ext cx="6287590" cy="4351338"/>
          </a:xfrm>
        </p:spPr>
        <p:txBody>
          <a:bodyPr>
            <a:normAutofit/>
          </a:bodyPr>
          <a:lstStyle>
            <a:lvl1pPr marL="228600" indent="-228600">
              <a:buSzPct val="65000"/>
              <a:buFontTx/>
              <a:buBlip>
                <a:blip r:embed="rId4"/>
              </a:buBlip>
              <a:defRPr sz="1600"/>
            </a:lvl1pPr>
            <a:lvl2pPr marL="685800" indent="-228600">
              <a:buSzPct val="65000"/>
              <a:buFontTx/>
              <a:buBlip>
                <a:blip r:embed="rId4"/>
              </a:buBlip>
              <a:defRPr sz="1200"/>
            </a:lvl2pPr>
            <a:lvl3pPr marL="1143000" indent="-228600">
              <a:buSzPct val="65000"/>
              <a:buFontTx/>
              <a:buBlip>
                <a:blip r:embed="rId4"/>
              </a:buBlip>
              <a:defRPr sz="1200"/>
            </a:lvl3pPr>
            <a:lvl4pPr marL="1600200" indent="-228600">
              <a:buSzPct val="65000"/>
              <a:buFontTx/>
              <a:buBlip>
                <a:blip r:embed="rId4"/>
              </a:buBlip>
              <a:defRPr sz="1200"/>
            </a:lvl4pPr>
            <a:lvl5pPr marL="2057400" indent="-228600">
              <a:buSzPct val="65000"/>
              <a:buFontTx/>
              <a:buBlip>
                <a:blip r:embed="rId4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81E9DD8-297E-4B1E-8FF7-69BF02BB0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9" y="365125"/>
            <a:ext cx="6287590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0E30DD3-E948-4E77-B79C-698D69BDD6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853550" y="495765"/>
            <a:ext cx="1768278" cy="598856"/>
          </a:xfrm>
          <a:prstGeom prst="rect">
            <a:avLst/>
          </a:prstGeom>
        </p:spPr>
      </p:pic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8E5A6AA4-02DA-41D7-89FE-61B87DBA549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850055" y="2329092"/>
            <a:ext cx="1775191" cy="773025"/>
          </a:xfrm>
        </p:spPr>
        <p:txBody>
          <a:bodyPr>
            <a:normAutofit/>
          </a:bodyPr>
          <a:lstStyle>
            <a:lvl1pPr marL="0" indent="0">
              <a:buSzPct val="65000"/>
              <a:buFontTx/>
              <a:buNone/>
              <a:defRPr sz="1200">
                <a:solidFill>
                  <a:schemeClr val="bg1"/>
                </a:solidFill>
              </a:defRPr>
            </a:lvl1pPr>
            <a:lvl2pPr marL="685800" indent="-228600">
              <a:buSzPct val="65000"/>
              <a:buFontTx/>
              <a:buBlip>
                <a:blip r:embed="rId4"/>
              </a:buBlip>
              <a:defRPr sz="1200"/>
            </a:lvl2pPr>
            <a:lvl3pPr marL="1143000" indent="-228600">
              <a:buSzPct val="65000"/>
              <a:buFontTx/>
              <a:buBlip>
                <a:blip r:embed="rId4"/>
              </a:buBlip>
              <a:defRPr sz="1200"/>
            </a:lvl3pPr>
            <a:lvl4pPr marL="1600200" indent="-228600">
              <a:buSzPct val="65000"/>
              <a:buFontTx/>
              <a:buBlip>
                <a:blip r:embed="rId4"/>
              </a:buBlip>
              <a:defRPr sz="1200"/>
            </a:lvl4pPr>
            <a:lvl5pPr marL="2057400" indent="-228600">
              <a:buSzPct val="65000"/>
              <a:buFontTx/>
              <a:buBlip>
                <a:blip r:embed="rId4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6F7FF0E-E7A3-4D90-8786-0C4D443440A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850025" y="3858536"/>
            <a:ext cx="1775221" cy="773025"/>
          </a:xfrm>
        </p:spPr>
        <p:txBody>
          <a:bodyPr>
            <a:normAutofit/>
          </a:bodyPr>
          <a:lstStyle>
            <a:lvl1pPr marL="0" indent="0">
              <a:buSzPct val="65000"/>
              <a:buFontTx/>
              <a:buNone/>
              <a:defRPr sz="1200">
                <a:solidFill>
                  <a:schemeClr val="bg1"/>
                </a:solidFill>
              </a:defRPr>
            </a:lvl1pPr>
            <a:lvl2pPr marL="685800" indent="-228600">
              <a:buSzPct val="65000"/>
              <a:buFontTx/>
              <a:buBlip>
                <a:blip r:embed="rId4"/>
              </a:buBlip>
              <a:defRPr sz="1200"/>
            </a:lvl2pPr>
            <a:lvl3pPr marL="1143000" indent="-228600">
              <a:buSzPct val="65000"/>
              <a:buFontTx/>
              <a:buBlip>
                <a:blip r:embed="rId4"/>
              </a:buBlip>
              <a:defRPr sz="1200"/>
            </a:lvl3pPr>
            <a:lvl4pPr marL="1600200" indent="-228600">
              <a:buSzPct val="65000"/>
              <a:buFontTx/>
              <a:buBlip>
                <a:blip r:embed="rId4"/>
              </a:buBlip>
              <a:defRPr sz="1200"/>
            </a:lvl4pPr>
            <a:lvl5pPr marL="2057400" indent="-228600">
              <a:buSzPct val="65000"/>
              <a:buFontTx/>
              <a:buBlip>
                <a:blip r:embed="rId4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B14CB79-F3BC-4DAE-8715-8B6A446A00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0012" y="1825625"/>
            <a:ext cx="1775233" cy="34860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1">
            <a:extLst>
              <a:ext uri="{FF2B5EF4-FFF2-40B4-BE49-F238E27FC236}">
                <a16:creationId xmlns:a16="http://schemas.microsoft.com/office/drawing/2014/main" id="{3E4DD723-49AF-4F18-AE0F-C841C6E15B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50010" y="3351445"/>
            <a:ext cx="1775233" cy="34860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1">
            <a:extLst>
              <a:ext uri="{FF2B5EF4-FFF2-40B4-BE49-F238E27FC236}">
                <a16:creationId xmlns:a16="http://schemas.microsoft.com/office/drawing/2014/main" id="{F661758D-77AB-4668-BFEE-EEF1E36D7A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50011" y="4880889"/>
            <a:ext cx="1775233" cy="34860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5427F5A2-E8C9-4161-95E6-981C27F4C38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850026" y="5387980"/>
            <a:ext cx="1775221" cy="773025"/>
          </a:xfrm>
        </p:spPr>
        <p:txBody>
          <a:bodyPr>
            <a:normAutofit/>
          </a:bodyPr>
          <a:lstStyle>
            <a:lvl1pPr marL="0" indent="0">
              <a:buSzPct val="65000"/>
              <a:buFontTx/>
              <a:buNone/>
              <a:defRPr sz="1200">
                <a:solidFill>
                  <a:schemeClr val="bg1"/>
                </a:solidFill>
              </a:defRPr>
            </a:lvl1pPr>
            <a:lvl2pPr marL="685800" indent="-228600">
              <a:buSzPct val="65000"/>
              <a:buFontTx/>
              <a:buBlip>
                <a:blip r:embed="rId4"/>
              </a:buBlip>
              <a:defRPr sz="1200"/>
            </a:lvl2pPr>
            <a:lvl3pPr marL="1143000" indent="-228600">
              <a:buSzPct val="65000"/>
              <a:buFontTx/>
              <a:buBlip>
                <a:blip r:embed="rId4"/>
              </a:buBlip>
              <a:defRPr sz="1200"/>
            </a:lvl3pPr>
            <a:lvl4pPr marL="1600200" indent="-228600">
              <a:buSzPct val="65000"/>
              <a:buFontTx/>
              <a:buBlip>
                <a:blip r:embed="rId4"/>
              </a:buBlip>
              <a:defRPr sz="1200"/>
            </a:lvl4pPr>
            <a:lvl5pPr marL="2057400" indent="-228600">
              <a:buSzPct val="65000"/>
              <a:buFontTx/>
              <a:buBlip>
                <a:blip r:embed="rId4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7662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er Tex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0CEA1C9C-B676-4818-A35E-2881BED83B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429ABAAF-597E-48AA-ACAA-E26798319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8" y="365125"/>
            <a:ext cx="8186058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E2F1621E-A11E-413E-BF60-AB8DBFF57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3668" y="1819864"/>
            <a:ext cx="3927407" cy="3826828"/>
          </a:xfrm>
        </p:spPr>
        <p:txBody>
          <a:bodyPr>
            <a:normAutofit/>
          </a:bodyPr>
          <a:lstStyle>
            <a:lvl1pPr marL="171450" indent="-171450" algn="l">
              <a:buSzPct val="65000"/>
              <a:buFontTx/>
              <a:buBlip>
                <a:blip r:embed="rId3"/>
              </a:buBlip>
              <a:defRPr sz="1600"/>
            </a:lvl1pPr>
            <a:lvl2pPr marL="457200" indent="0" algn="l">
              <a:buFontTx/>
              <a:buNone/>
              <a:defRPr sz="1200"/>
            </a:lvl2pPr>
            <a:lvl3pPr marL="914400" indent="0" algn="l">
              <a:buFontTx/>
              <a:buNone/>
              <a:defRPr sz="1200"/>
            </a:lvl3pPr>
            <a:lvl4pPr marL="1371600" indent="0" algn="l">
              <a:buFontTx/>
              <a:buNone/>
              <a:defRPr sz="1200"/>
            </a:lvl4pPr>
            <a:lvl5pPr marL="1828800" indent="0" algn="l">
              <a:buFontTx/>
              <a:buNone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D5186E57-7B82-4B4E-918D-AED972A7AA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0842" y="1819864"/>
            <a:ext cx="3927407" cy="3826828"/>
          </a:xfrm>
        </p:spPr>
        <p:txBody>
          <a:bodyPr>
            <a:normAutofit/>
          </a:bodyPr>
          <a:lstStyle>
            <a:lvl1pPr marL="171450" indent="-171450" algn="l">
              <a:buSzPct val="65000"/>
              <a:buFontTx/>
              <a:buBlip>
                <a:blip r:embed="rId3"/>
              </a:buBlip>
              <a:defRPr sz="1600"/>
            </a:lvl1pPr>
            <a:lvl2pPr marL="457200" indent="0" algn="l">
              <a:buFontTx/>
              <a:buNone/>
              <a:defRPr sz="1200"/>
            </a:lvl2pPr>
            <a:lvl3pPr marL="914400" indent="0" algn="l">
              <a:buFontTx/>
              <a:buNone/>
              <a:defRPr sz="1200"/>
            </a:lvl3pPr>
            <a:lvl4pPr marL="1371600" indent="0" algn="l">
              <a:buFontTx/>
              <a:buNone/>
              <a:defRPr sz="1200"/>
            </a:lvl4pPr>
            <a:lvl5pPr marL="1828800" indent="0" algn="l">
              <a:buFontTx/>
              <a:buNone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F81D870-9057-FD6C-EA3A-90D25E24DA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6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8427B2E-9ECE-406F-B5FF-464168F28D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9D967CA-5E45-4978-9547-54394709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550" y="2211784"/>
            <a:ext cx="4914900" cy="2434432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B8315E9-0451-4C76-6A4B-2B156C11EC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42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156DAC-B155-4CC8-A2B9-C3CE8EDD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293962-EC99-4E80-B203-63B4EC528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3804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2E0FE4-44FA-4B24-BDB1-789C0DB3B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E34322-460C-4E7B-8EC8-C053E4943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FE0A0F-E3E0-4FD3-AA72-B7269B3B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4EE2E2-64DE-48A4-AAA5-4C97C3AD2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D16CB7-CF9C-4E02-A683-6760AE24F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037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290AF-3F32-4B4C-8419-5EE63019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7DDF56-3A91-4095-9D8D-38B89CF7D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16A4A1C-9D90-4FC7-80DF-06DECB1F4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CB67CF-1CEF-42A9-B9CB-518AEC677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54D6EEF-FD7D-4A3B-A0F2-FFE63B3FE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DCE5932-43C8-42E1-A3CD-06739118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F8501A-D877-48C2-A9E2-8E5A226A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7F0CB81-31D2-4463-9A5B-64849CE8B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9464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281219A-09CB-4761-BA5C-EB929FBC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E488CC2-309C-485A-A166-EE27F5BAC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9A6487-0A3C-441C-B5CD-7FA80306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0074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9374E2-254C-48C9-B1D3-1BB5FEF6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69AA159-5C4E-4960-9296-F79DF7110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302388-B7DB-4205-9B76-97760E8A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0B132E-570A-40B1-A9E1-7A15B1D66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98FBCF-DFF1-44D3-9192-33023707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9459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908B97F-2E0C-4EFF-B0D5-EC908B916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A2AC456-57A1-46E9-8F18-85A41CF68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9DBED2-AB2C-49EA-AD16-0041F165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3FFE4F-05A8-4716-A7EC-122ACCC3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3DD00E-14A7-4781-AB15-70A456DD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04380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E0E6A73-61E1-4804-855F-B987EA4C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35F25A-7B5B-4C07-AFD7-73D88541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E89411-2BDA-41F5-9C09-FE32A94DB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C86E8A-62B6-473B-A2E3-C1C1D489A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31B0EF-9DDB-4F87-9204-401158E66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8465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0" r:id="rId4"/>
    <p:sldLayoutId id="2147483652" r:id="rId5"/>
    <p:sldLayoutId id="2147483662" r:id="rId6"/>
    <p:sldLayoutId id="2147483657" r:id="rId7"/>
    <p:sldLayoutId id="2147483654" r:id="rId8"/>
    <p:sldLayoutId id="2147483656" r:id="rId9"/>
    <p:sldLayoutId id="2147483651" r:id="rId10"/>
    <p:sldLayoutId id="2147483653" r:id="rId11"/>
    <p:sldLayoutId id="2147483655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microsoft.com/office/2007/relationships/hdphoto" Target="../media/hdphoto1.wdp"/><Relationship Id="rId7" Type="http://schemas.openxmlformats.org/officeDocument/2006/relationships/image" Target="../media/image16.png"/><Relationship Id="rId12" Type="http://schemas.openxmlformats.org/officeDocument/2006/relationships/image" Target="../media/image21.jpeg"/><Relationship Id="rId17" Type="http://schemas.microsoft.com/office/2007/relationships/hdphoto" Target="../media/hdphoto3.wdp"/><Relationship Id="rId2" Type="http://schemas.openxmlformats.org/officeDocument/2006/relationships/image" Target="../media/image13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microsoft.com/office/2007/relationships/hdphoto" Target="../media/hdphoto2.wdp"/><Relationship Id="rId15" Type="http://schemas.openxmlformats.org/officeDocument/2006/relationships/image" Target="../media/image24.jpeg"/><Relationship Id="rId10" Type="http://schemas.openxmlformats.org/officeDocument/2006/relationships/image" Target="../media/image19.jpe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microsoft.com/office/2007/relationships/hdphoto" Target="../media/hdphoto4.wdp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microsoft.com/office/2007/relationships/hdphoto" Target="../media/hdphoto6.wdp"/><Relationship Id="rId5" Type="http://schemas.openxmlformats.org/officeDocument/2006/relationships/image" Target="../media/image47.png"/><Relationship Id="rId10" Type="http://schemas.microsoft.com/office/2007/relationships/hdphoto" Target="../media/hdphoto8.wdp"/><Relationship Id="rId4" Type="http://schemas.microsoft.com/office/2007/relationships/hdphoto" Target="../media/hdphoto5.wdp"/><Relationship Id="rId9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13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12" Type="http://schemas.microsoft.com/office/2007/relationships/hdphoto" Target="../media/hdphoto13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0.wdp"/><Relationship Id="rId11" Type="http://schemas.openxmlformats.org/officeDocument/2006/relationships/image" Target="../media/image59.png"/><Relationship Id="rId5" Type="http://schemas.openxmlformats.org/officeDocument/2006/relationships/image" Target="../media/image56.png"/><Relationship Id="rId10" Type="http://schemas.microsoft.com/office/2007/relationships/hdphoto" Target="../media/hdphoto12.wdp"/><Relationship Id="rId4" Type="http://schemas.microsoft.com/office/2007/relationships/hdphoto" Target="../media/hdphoto9.wdp"/><Relationship Id="rId9" Type="http://schemas.openxmlformats.org/officeDocument/2006/relationships/image" Target="../media/image58.png"/><Relationship Id="rId14" Type="http://schemas.microsoft.com/office/2007/relationships/hdphoto" Target="../media/hdphoto14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jp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707AFF-8763-3104-4B58-65F5A743D4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Mobil in Time AG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25101D-FDA1-2DF0-10E8-168161A450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An </a:t>
            </a:r>
            <a:r>
              <a:rPr lang="de-CH" dirty="0" err="1"/>
              <a:t>Aggreko</a:t>
            </a:r>
            <a:r>
              <a:rPr lang="de-CH" dirty="0"/>
              <a:t> Company</a:t>
            </a:r>
          </a:p>
        </p:txBody>
      </p:sp>
    </p:spTree>
    <p:extLst>
      <p:ext uri="{BB962C8B-B14F-4D97-AF65-F5344CB8AC3E}">
        <p14:creationId xmlns:p14="http://schemas.microsoft.com/office/powerpoint/2010/main" val="1315891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E457DDAC-086E-C77A-953D-BA242444E8CA}"/>
              </a:ext>
            </a:extLst>
          </p:cNvPr>
          <p:cNvCxnSpPr>
            <a:stCxn id="78" idx="2"/>
            <a:endCxn id="43" idx="0"/>
          </p:cNvCxnSpPr>
          <p:nvPr/>
        </p:nvCxnSpPr>
        <p:spPr>
          <a:xfrm>
            <a:off x="6247131" y="1726111"/>
            <a:ext cx="0" cy="2946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6">
            <a:extLst>
              <a:ext uri="{FF2B5EF4-FFF2-40B4-BE49-F238E27FC236}">
                <a16:creationId xmlns:a16="http://schemas.microsoft.com/office/drawing/2014/main" id="{23706AF0-7F21-81C1-2E64-4645D35EAA48}"/>
              </a:ext>
            </a:extLst>
          </p:cNvPr>
          <p:cNvSpPr/>
          <p:nvPr/>
        </p:nvSpPr>
        <p:spPr>
          <a:xfrm>
            <a:off x="4773931" y="2020777"/>
            <a:ext cx="2946400" cy="558800"/>
          </a:xfrm>
          <a:prstGeom prst="roundRect">
            <a:avLst>
              <a:gd name="adj" fmla="val 5758"/>
            </a:avLst>
          </a:prstGeom>
          <a:gradFill flip="none" rotWithShape="1">
            <a:gsLst>
              <a:gs pos="0">
                <a:srgbClr val="E4022E"/>
              </a:gs>
              <a:gs pos="100000">
                <a:srgbClr val="E4022E">
                  <a:alpha val="7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1600" dirty="0" err="1"/>
              <a:t>MiT</a:t>
            </a:r>
            <a:r>
              <a:rPr lang="de-CH" sz="1600" dirty="0"/>
              <a:t> Energie Holding AG</a:t>
            </a:r>
          </a:p>
        </p:txBody>
      </p:sp>
      <p:sp>
        <p:nvSpPr>
          <p:cNvPr id="44" name="Rectangle 7">
            <a:extLst>
              <a:ext uri="{FF2B5EF4-FFF2-40B4-BE49-F238E27FC236}">
                <a16:creationId xmlns:a16="http://schemas.microsoft.com/office/drawing/2014/main" id="{4AEC5979-0F66-8D7B-C030-C2165D5DE6AA}"/>
              </a:ext>
            </a:extLst>
          </p:cNvPr>
          <p:cNvSpPr/>
          <p:nvPr/>
        </p:nvSpPr>
        <p:spPr>
          <a:xfrm>
            <a:off x="7049527" y="4406927"/>
            <a:ext cx="1251265" cy="1518308"/>
          </a:xfrm>
          <a:prstGeom prst="rect">
            <a:avLst/>
          </a:prstGeom>
          <a:gradFill flip="none" rotWithShape="1">
            <a:gsLst>
              <a:gs pos="0">
                <a:srgbClr val="17549C"/>
              </a:gs>
              <a:gs pos="100000">
                <a:srgbClr val="17549C">
                  <a:alpha val="7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1000" b="1" dirty="0"/>
              <a:t>Zigerlig Bautrocknung AG</a:t>
            </a:r>
            <a:endParaRPr lang="de-CH" sz="1050" b="1" dirty="0"/>
          </a:p>
          <a:p>
            <a:pPr algn="ctr"/>
            <a:endParaRPr lang="de-CH" sz="1050" dirty="0"/>
          </a:p>
          <a:p>
            <a:pPr algn="ctr"/>
            <a:r>
              <a:rPr lang="de-CH" sz="900" dirty="0">
                <a:solidFill>
                  <a:schemeClr val="bg1"/>
                </a:solidFill>
              </a:rPr>
              <a:t>Bern, CH</a:t>
            </a:r>
          </a:p>
          <a:p>
            <a:pPr algn="ctr"/>
            <a:r>
              <a:rPr lang="de-CH" sz="900" dirty="0">
                <a:solidFill>
                  <a:schemeClr val="bg1"/>
                </a:solidFill>
              </a:rPr>
              <a:t>Thun, CH</a:t>
            </a:r>
          </a:p>
        </p:txBody>
      </p:sp>
      <p:sp>
        <p:nvSpPr>
          <p:cNvPr id="45" name="Rectangle 46">
            <a:extLst>
              <a:ext uri="{FF2B5EF4-FFF2-40B4-BE49-F238E27FC236}">
                <a16:creationId xmlns:a16="http://schemas.microsoft.com/office/drawing/2014/main" id="{A5755EB5-F261-E9DF-51F9-7994B3B4C51D}"/>
              </a:ext>
            </a:extLst>
          </p:cNvPr>
          <p:cNvSpPr/>
          <p:nvPr/>
        </p:nvSpPr>
        <p:spPr>
          <a:xfrm>
            <a:off x="5613108" y="4406928"/>
            <a:ext cx="1251265" cy="1518308"/>
          </a:xfrm>
          <a:prstGeom prst="rect">
            <a:avLst/>
          </a:prstGeom>
          <a:gradFill flip="none" rotWithShape="1">
            <a:gsLst>
              <a:gs pos="0">
                <a:srgbClr val="6E9FD5"/>
              </a:gs>
              <a:gs pos="100000">
                <a:srgbClr val="6E9FD5">
                  <a:alpha val="7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000" b="1" dirty="0"/>
              <a:t>Trobag Trocknungs-technik AG</a:t>
            </a:r>
          </a:p>
          <a:p>
            <a:pPr algn="ctr"/>
            <a:endParaRPr lang="de-DE" sz="1050" dirty="0"/>
          </a:p>
          <a:p>
            <a:pPr algn="ctr"/>
            <a:r>
              <a:rPr lang="de-DE" sz="900" dirty="0"/>
              <a:t>Luzern, CH</a:t>
            </a:r>
          </a:p>
          <a:p>
            <a:pPr algn="ctr"/>
            <a:r>
              <a:rPr lang="de-DE" sz="900" dirty="0" err="1">
                <a:solidFill>
                  <a:schemeClr val="bg1"/>
                </a:solidFill>
              </a:rPr>
              <a:t>Gisikon</a:t>
            </a:r>
            <a:r>
              <a:rPr lang="de-DE" sz="900" dirty="0">
                <a:solidFill>
                  <a:schemeClr val="bg1"/>
                </a:solidFill>
              </a:rPr>
              <a:t>, CH</a:t>
            </a:r>
          </a:p>
          <a:p>
            <a:pPr algn="ctr"/>
            <a:r>
              <a:rPr lang="de-DE" sz="900" dirty="0">
                <a:solidFill>
                  <a:schemeClr val="bg1"/>
                </a:solidFill>
              </a:rPr>
              <a:t>Othmarsingen, CH</a:t>
            </a:r>
          </a:p>
        </p:txBody>
      </p:sp>
      <p:sp>
        <p:nvSpPr>
          <p:cNvPr id="46" name="Titel 2">
            <a:extLst>
              <a:ext uri="{FF2B5EF4-FFF2-40B4-BE49-F238E27FC236}">
                <a16:creationId xmlns:a16="http://schemas.microsoft.com/office/drawing/2014/main" id="{00145548-CABD-1573-E761-53664DEB0953}"/>
              </a:ext>
            </a:extLst>
          </p:cNvPr>
          <p:cNvSpPr>
            <a:spLocks noGrp="1"/>
          </p:cNvSpPr>
          <p:nvPr/>
        </p:nvSpPr>
        <p:spPr>
          <a:xfrm>
            <a:off x="1774227" y="311447"/>
            <a:ext cx="81860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57575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tx1"/>
                </a:solidFill>
              </a:rPr>
              <a:t>Ein Unternehmen der Mobil in Time Gruppe</a:t>
            </a:r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9E6C233B-E9B0-897B-F976-5B5D10EB4F70}"/>
              </a:ext>
            </a:extLst>
          </p:cNvPr>
          <p:cNvSpPr/>
          <p:nvPr/>
        </p:nvSpPr>
        <p:spPr>
          <a:xfrm>
            <a:off x="1338878" y="4401785"/>
            <a:ext cx="1251266" cy="1504576"/>
          </a:xfrm>
          <a:prstGeom prst="rect">
            <a:avLst/>
          </a:prstGeom>
          <a:gradFill flip="none" rotWithShape="1">
            <a:gsLst>
              <a:gs pos="0">
                <a:srgbClr val="720117"/>
              </a:gs>
              <a:gs pos="100000">
                <a:srgbClr val="720117">
                  <a:alpha val="7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1000" b="1" dirty="0"/>
              <a:t>Mobil in Time AG</a:t>
            </a:r>
          </a:p>
          <a:p>
            <a:pPr algn="ctr"/>
            <a:endParaRPr lang="de-CH" sz="900" dirty="0"/>
          </a:p>
          <a:p>
            <a:pPr algn="ctr"/>
            <a:r>
              <a:rPr lang="de-CH" sz="900" dirty="0"/>
              <a:t>Diessenhofen, CH</a:t>
            </a:r>
          </a:p>
          <a:p>
            <a:pPr algn="ctr"/>
            <a:r>
              <a:rPr lang="de-CH" sz="900" dirty="0"/>
              <a:t>Oetwil am See, CH</a:t>
            </a:r>
          </a:p>
          <a:p>
            <a:pPr algn="ctr"/>
            <a:r>
              <a:rPr lang="de-CH" sz="900" dirty="0" err="1"/>
              <a:t>Wiler</a:t>
            </a:r>
            <a:r>
              <a:rPr lang="de-CH" sz="900" dirty="0"/>
              <a:t> b. Seedorf, CH</a:t>
            </a:r>
          </a:p>
          <a:p>
            <a:pPr algn="ctr"/>
            <a:r>
              <a:rPr lang="de-CH" sz="900" dirty="0"/>
              <a:t>Auw, CH</a:t>
            </a:r>
          </a:p>
          <a:p>
            <a:pPr algn="ctr"/>
            <a:r>
              <a:rPr lang="de-CH" sz="900" dirty="0"/>
              <a:t>Weiningen, CH</a:t>
            </a:r>
          </a:p>
        </p:txBody>
      </p:sp>
      <p:sp>
        <p:nvSpPr>
          <p:cNvPr id="48" name="Rectangle 18">
            <a:extLst>
              <a:ext uri="{FF2B5EF4-FFF2-40B4-BE49-F238E27FC236}">
                <a16:creationId xmlns:a16="http://schemas.microsoft.com/office/drawing/2014/main" id="{6F9E22BB-F012-555D-7C26-2003E6DCF14B}"/>
              </a:ext>
            </a:extLst>
          </p:cNvPr>
          <p:cNvSpPr/>
          <p:nvPr/>
        </p:nvSpPr>
        <p:spPr>
          <a:xfrm>
            <a:off x="6322933" y="2211713"/>
            <a:ext cx="806051" cy="884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CH"/>
          </a:p>
        </p:txBody>
      </p:sp>
      <p:cxnSp>
        <p:nvCxnSpPr>
          <p:cNvPr id="49" name="Connector: Elbow 25">
            <a:extLst>
              <a:ext uri="{FF2B5EF4-FFF2-40B4-BE49-F238E27FC236}">
                <a16:creationId xmlns:a16="http://schemas.microsoft.com/office/drawing/2014/main" id="{32EBD42E-B02B-8473-9BCA-280694217AD6}"/>
              </a:ext>
            </a:extLst>
          </p:cNvPr>
          <p:cNvCxnSpPr>
            <a:cxnSpLocks/>
            <a:stCxn id="43" idx="2"/>
            <a:endCxn id="55" idx="3"/>
          </p:cNvCxnSpPr>
          <p:nvPr/>
        </p:nvCxnSpPr>
        <p:spPr>
          <a:xfrm rot="5400000">
            <a:off x="4485687" y="1483613"/>
            <a:ext cx="665481" cy="2857408"/>
          </a:xfrm>
          <a:prstGeom prst="bentConnector3">
            <a:avLst>
              <a:gd name="adj1" fmla="val 50000"/>
            </a:avLst>
          </a:prstGeom>
          <a:ln w="12700">
            <a:solidFill>
              <a:srgbClr val="AE0D2C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31">
            <a:extLst>
              <a:ext uri="{FF2B5EF4-FFF2-40B4-BE49-F238E27FC236}">
                <a16:creationId xmlns:a16="http://schemas.microsoft.com/office/drawing/2014/main" id="{0D5EC098-438F-E37C-9A65-D42C7B66B113}"/>
              </a:ext>
            </a:extLst>
          </p:cNvPr>
          <p:cNvCxnSpPr>
            <a:cxnSpLocks/>
            <a:stCxn id="43" idx="2"/>
            <a:endCxn id="62" idx="3"/>
          </p:cNvCxnSpPr>
          <p:nvPr/>
        </p:nvCxnSpPr>
        <p:spPr>
          <a:xfrm rot="16200000" flipH="1">
            <a:off x="6630000" y="2196708"/>
            <a:ext cx="662290" cy="1428028"/>
          </a:xfrm>
          <a:prstGeom prst="bentConnector3">
            <a:avLst>
              <a:gd name="adj1" fmla="val 50000"/>
            </a:avLst>
          </a:prstGeom>
          <a:ln w="12700">
            <a:solidFill>
              <a:srgbClr val="1A569D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28">
            <a:extLst>
              <a:ext uri="{FF2B5EF4-FFF2-40B4-BE49-F238E27FC236}">
                <a16:creationId xmlns:a16="http://schemas.microsoft.com/office/drawing/2014/main" id="{370A90D7-E780-6CFF-13D3-A3FDF82F6DD9}"/>
              </a:ext>
            </a:extLst>
          </p:cNvPr>
          <p:cNvCxnSpPr>
            <a:cxnSpLocks/>
            <a:stCxn id="43" idx="2"/>
            <a:endCxn id="60" idx="3"/>
          </p:cNvCxnSpPr>
          <p:nvPr/>
        </p:nvCxnSpPr>
        <p:spPr>
          <a:xfrm rot="5400000">
            <a:off x="5911803" y="2906515"/>
            <a:ext cx="662267" cy="8390"/>
          </a:xfrm>
          <a:prstGeom prst="bentConnector3">
            <a:avLst>
              <a:gd name="adj1" fmla="val 50000"/>
            </a:avLst>
          </a:prstGeom>
          <a:ln w="12700">
            <a:solidFill>
              <a:srgbClr val="6FA0D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22">
            <a:extLst>
              <a:ext uri="{FF2B5EF4-FFF2-40B4-BE49-F238E27FC236}">
                <a16:creationId xmlns:a16="http://schemas.microsoft.com/office/drawing/2014/main" id="{9BB0A21F-238F-564A-0ACB-A8A721E7CD91}"/>
              </a:ext>
            </a:extLst>
          </p:cNvPr>
          <p:cNvCxnSpPr>
            <a:cxnSpLocks/>
            <a:stCxn id="43" idx="2"/>
            <a:endCxn id="54" idx="3"/>
          </p:cNvCxnSpPr>
          <p:nvPr/>
        </p:nvCxnSpPr>
        <p:spPr>
          <a:xfrm rot="5400000">
            <a:off x="3776231" y="767857"/>
            <a:ext cx="659181" cy="4282621"/>
          </a:xfrm>
          <a:prstGeom prst="bentConnector3">
            <a:avLst>
              <a:gd name="adj1" fmla="val 50000"/>
            </a:avLst>
          </a:prstGeom>
          <a:ln w="12700">
            <a:solidFill>
              <a:srgbClr val="770A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42">
            <a:extLst>
              <a:ext uri="{FF2B5EF4-FFF2-40B4-BE49-F238E27FC236}">
                <a16:creationId xmlns:a16="http://schemas.microsoft.com/office/drawing/2014/main" id="{8152C39E-8DC4-D7DE-9646-6CE2443604AA}"/>
              </a:ext>
            </a:extLst>
          </p:cNvPr>
          <p:cNvSpPr/>
          <p:nvPr/>
        </p:nvSpPr>
        <p:spPr>
          <a:xfrm>
            <a:off x="2764090" y="4406924"/>
            <a:ext cx="1251266" cy="1504576"/>
          </a:xfrm>
          <a:prstGeom prst="rect">
            <a:avLst/>
          </a:prstGeom>
          <a:gradFill flip="none" rotWithShape="1">
            <a:gsLst>
              <a:gs pos="0">
                <a:srgbClr val="AA0223"/>
              </a:gs>
              <a:gs pos="100000">
                <a:srgbClr val="AA0223">
                  <a:alpha val="7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1000" b="1" dirty="0"/>
              <a:t>Mobil in Time Deutschland GmbH</a:t>
            </a:r>
          </a:p>
          <a:p>
            <a:pPr algn="ctr"/>
            <a:endParaRPr lang="de-CH" sz="1050" dirty="0"/>
          </a:p>
          <a:p>
            <a:pPr algn="ctr"/>
            <a:r>
              <a:rPr lang="de-CH" sz="900" dirty="0"/>
              <a:t>Aach, DE</a:t>
            </a:r>
          </a:p>
          <a:p>
            <a:pPr algn="ctr"/>
            <a:r>
              <a:rPr lang="de-CH" sz="900" dirty="0"/>
              <a:t>Riedstadt, DE</a:t>
            </a:r>
          </a:p>
          <a:p>
            <a:pPr algn="ctr"/>
            <a:r>
              <a:rPr lang="de-CH" sz="900" dirty="0"/>
              <a:t>Feldkirchen, DE</a:t>
            </a:r>
          </a:p>
        </p:txBody>
      </p:sp>
      <p:pic>
        <p:nvPicPr>
          <p:cNvPr id="54" name="Inhaltsplatzhalter 10">
            <a:extLst>
              <a:ext uri="{FF2B5EF4-FFF2-40B4-BE49-F238E27FC236}">
                <a16:creationId xmlns:a16="http://schemas.microsoft.com/office/drawing/2014/main" id="{40491905-8FAD-48EE-A6B8-B6AF610884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5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4684" t="13809" r="14499" b="19195"/>
          <a:stretch/>
        </p:blipFill>
        <p:spPr>
          <a:xfrm>
            <a:off x="1338877" y="3238758"/>
            <a:ext cx="1251265" cy="1163026"/>
          </a:xfrm>
          <a:prstGeom prst="round2SameRect">
            <a:avLst>
              <a:gd name="adj1" fmla="val 5254"/>
              <a:gd name="adj2" fmla="val 0"/>
            </a:avLst>
          </a:prstGeom>
        </p:spPr>
      </p:pic>
      <p:pic>
        <p:nvPicPr>
          <p:cNvPr id="55" name="Inhaltsplatzhalter 8" descr="Ein Bild, das Baum, Gebäude, draußen, Himmel enthält.&#10;&#10;Automatisch generierte Beschreibung">
            <a:extLst>
              <a:ext uri="{FF2B5EF4-FFF2-40B4-BE49-F238E27FC236}">
                <a16:creationId xmlns:a16="http://schemas.microsoft.com/office/drawing/2014/main" id="{D7F48170-E995-ABBB-3A2B-5FCBDA094D6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5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090" y="3245058"/>
            <a:ext cx="1251265" cy="1163026"/>
          </a:xfrm>
          <a:prstGeom prst="round2SameRect">
            <a:avLst>
              <a:gd name="adj1" fmla="val 5254"/>
              <a:gd name="adj2" fmla="val 0"/>
            </a:avLst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0D80A2CD-576A-7C72-6EA3-AC93B00E2F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4504" y="6060660"/>
            <a:ext cx="706524" cy="241539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1EAFA079-4B01-713A-4616-2ADA0C57AB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8753" y="6065799"/>
            <a:ext cx="706524" cy="241539"/>
          </a:xfrm>
          <a:prstGeom prst="rect">
            <a:avLst/>
          </a:prstGeom>
        </p:spPr>
      </p:pic>
      <p:sp>
        <p:nvSpPr>
          <p:cNvPr id="58" name="Rectangle 44">
            <a:extLst>
              <a:ext uri="{FF2B5EF4-FFF2-40B4-BE49-F238E27FC236}">
                <a16:creationId xmlns:a16="http://schemas.microsoft.com/office/drawing/2014/main" id="{5E45E69F-65DD-F413-432C-8CA41AE45927}"/>
              </a:ext>
            </a:extLst>
          </p:cNvPr>
          <p:cNvSpPr/>
          <p:nvPr/>
        </p:nvSpPr>
        <p:spPr>
          <a:xfrm>
            <a:off x="4189302" y="4406928"/>
            <a:ext cx="1251265" cy="1518308"/>
          </a:xfrm>
          <a:prstGeom prst="rect">
            <a:avLst/>
          </a:prstGeom>
          <a:gradFill flip="none" rotWithShape="1">
            <a:gsLst>
              <a:gs pos="0">
                <a:srgbClr val="168B9C"/>
              </a:gs>
              <a:gs pos="100000">
                <a:srgbClr val="168B9C">
                  <a:alpha val="7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000" dirty="0"/>
          </a:p>
          <a:p>
            <a:pPr algn="ctr"/>
            <a:r>
              <a:rPr lang="de-DE" sz="1000" b="1" dirty="0" err="1"/>
              <a:t>nassag</a:t>
            </a:r>
            <a:r>
              <a:rPr lang="de-DE" sz="1000" b="1" dirty="0"/>
              <a:t>, Trocknungs- &amp; Messtechnik AG </a:t>
            </a:r>
          </a:p>
          <a:p>
            <a:pPr algn="ctr"/>
            <a:endParaRPr lang="de-DE" sz="1050" dirty="0"/>
          </a:p>
          <a:p>
            <a:pPr algn="ctr"/>
            <a:r>
              <a:rPr lang="de-DE" sz="900" dirty="0">
                <a:solidFill>
                  <a:schemeClr val="bg1"/>
                </a:solidFill>
              </a:rPr>
              <a:t>Giebenach, CH</a:t>
            </a:r>
          </a:p>
          <a:p>
            <a:pPr algn="ctr"/>
            <a:r>
              <a:rPr lang="de-DE" sz="900" dirty="0">
                <a:solidFill>
                  <a:schemeClr val="bg1"/>
                </a:solidFill>
              </a:rPr>
              <a:t>Höri, CH</a:t>
            </a:r>
          </a:p>
          <a:p>
            <a:pPr algn="ctr"/>
            <a:r>
              <a:rPr lang="de-DE" sz="900" dirty="0">
                <a:solidFill>
                  <a:schemeClr val="bg1"/>
                </a:solidFill>
              </a:rPr>
              <a:t>Oetwil am See, CH</a:t>
            </a:r>
          </a:p>
          <a:p>
            <a:pPr algn="ctr"/>
            <a:r>
              <a:rPr lang="de-DE" sz="900" dirty="0">
                <a:solidFill>
                  <a:schemeClr val="bg1"/>
                </a:solidFill>
              </a:rPr>
              <a:t>Arch, CH</a:t>
            </a:r>
          </a:p>
          <a:p>
            <a:pPr algn="ctr"/>
            <a:r>
              <a:rPr lang="de-DE" sz="900" dirty="0">
                <a:solidFill>
                  <a:schemeClr val="bg1"/>
                </a:solidFill>
              </a:rPr>
              <a:t>Othmarsingen, CH</a:t>
            </a:r>
          </a:p>
          <a:p>
            <a:pPr algn="ctr"/>
            <a:endParaRPr lang="de-DE" sz="1000" dirty="0"/>
          </a:p>
        </p:txBody>
      </p:sp>
      <p:pic>
        <p:nvPicPr>
          <p:cNvPr id="59" name="Picture 2" descr="nassag, Trocknungs- und Messtechnik AG">
            <a:extLst>
              <a:ext uri="{FF2B5EF4-FFF2-40B4-BE49-F238E27FC236}">
                <a16:creationId xmlns:a16="http://schemas.microsoft.com/office/drawing/2014/main" id="{053F01BE-821E-D357-6703-86C6EED06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39883" y="6083500"/>
            <a:ext cx="566367" cy="19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>
            <a:extLst>
              <a:ext uri="{FF2B5EF4-FFF2-40B4-BE49-F238E27FC236}">
                <a16:creationId xmlns:a16="http://schemas.microsoft.com/office/drawing/2014/main" id="{65E4A65D-D70C-D638-E7A0-2E3452256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13108" y="3241844"/>
            <a:ext cx="1251265" cy="1166240"/>
          </a:xfrm>
          <a:prstGeom prst="round2SameRect">
            <a:avLst>
              <a:gd name="adj1" fmla="val 5254"/>
              <a:gd name="adj2" fmla="val 0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CF285E62-9906-C312-C843-C519790E6A0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7128" y="6091339"/>
            <a:ext cx="642317" cy="175542"/>
          </a:xfrm>
          <a:prstGeom prst="rect">
            <a:avLst/>
          </a:prstGeom>
        </p:spPr>
      </p:pic>
      <p:pic>
        <p:nvPicPr>
          <p:cNvPr id="62" name="Picture 2" descr="image">
            <a:extLst>
              <a:ext uri="{FF2B5EF4-FFF2-40B4-BE49-F238E27FC236}">
                <a16:creationId xmlns:a16="http://schemas.microsoft.com/office/drawing/2014/main" id="{466078AB-544C-72C3-99A0-64DA454E7E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49526" y="3241867"/>
            <a:ext cx="1251266" cy="1173283"/>
          </a:xfrm>
          <a:prstGeom prst="round2SameRect">
            <a:avLst>
              <a:gd name="adj1" fmla="val 5254"/>
              <a:gd name="adj2" fmla="val 0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D94556D9-8D61-8B10-25F8-E396F6B3829B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886"/>
          <a:stretch/>
        </p:blipFill>
        <p:spPr>
          <a:xfrm>
            <a:off x="7246855" y="6087722"/>
            <a:ext cx="830092" cy="214477"/>
          </a:xfrm>
          <a:prstGeom prst="rect">
            <a:avLst/>
          </a:prstGeom>
        </p:spPr>
      </p:pic>
      <p:sp>
        <p:nvSpPr>
          <p:cNvPr id="64" name="Rectangle 7">
            <a:extLst>
              <a:ext uri="{FF2B5EF4-FFF2-40B4-BE49-F238E27FC236}">
                <a16:creationId xmlns:a16="http://schemas.microsoft.com/office/drawing/2014/main" id="{64C2D5EB-D886-A31A-28FE-453590729CE4}"/>
              </a:ext>
            </a:extLst>
          </p:cNvPr>
          <p:cNvSpPr/>
          <p:nvPr/>
        </p:nvSpPr>
        <p:spPr>
          <a:xfrm>
            <a:off x="8474739" y="4393191"/>
            <a:ext cx="1251265" cy="15391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rgbClr val="1A569D">
                  <a:tint val="44500"/>
                  <a:satMod val="160000"/>
                  <a:lumMod val="63000"/>
                </a:srgbClr>
              </a:gs>
              <a:gs pos="100000">
                <a:srgbClr val="1A569D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CH" sz="1000" dirty="0"/>
          </a:p>
          <a:p>
            <a:pPr algn="ctr"/>
            <a:r>
              <a:rPr lang="de-CH" sz="1000" b="1" dirty="0"/>
              <a:t>Bilfit WT AG</a:t>
            </a:r>
          </a:p>
          <a:p>
            <a:pPr algn="ctr"/>
            <a:endParaRPr lang="de-CH" sz="1100" dirty="0"/>
          </a:p>
          <a:p>
            <a:pPr algn="ctr"/>
            <a:r>
              <a:rPr lang="de-CH" sz="900" dirty="0"/>
              <a:t>Diepoldsau, CH</a:t>
            </a:r>
          </a:p>
          <a:p>
            <a:pPr algn="ctr"/>
            <a:r>
              <a:rPr lang="de-CH" sz="900" dirty="0"/>
              <a:t>Diessenhofen, CH</a:t>
            </a:r>
          </a:p>
          <a:p>
            <a:pPr algn="ctr"/>
            <a:r>
              <a:rPr lang="de-CH" sz="900" dirty="0"/>
              <a:t>Oetwil am See, CH</a:t>
            </a:r>
          </a:p>
          <a:p>
            <a:pPr algn="ctr"/>
            <a:r>
              <a:rPr lang="de-CH" sz="900" dirty="0"/>
              <a:t>Eschen, LI</a:t>
            </a:r>
          </a:p>
          <a:p>
            <a:pPr algn="ctr"/>
            <a:r>
              <a:rPr lang="de-CH" sz="900" dirty="0"/>
              <a:t>Fussach, AT</a:t>
            </a:r>
          </a:p>
          <a:p>
            <a:pPr algn="ctr"/>
            <a:endParaRPr lang="de-CH" sz="1050" dirty="0"/>
          </a:p>
        </p:txBody>
      </p:sp>
      <p:cxnSp>
        <p:nvCxnSpPr>
          <p:cNvPr id="65" name="Connector: Elbow 31">
            <a:extLst>
              <a:ext uri="{FF2B5EF4-FFF2-40B4-BE49-F238E27FC236}">
                <a16:creationId xmlns:a16="http://schemas.microsoft.com/office/drawing/2014/main" id="{D31796A7-70F8-A693-4521-6E0994053CE8}"/>
              </a:ext>
            </a:extLst>
          </p:cNvPr>
          <p:cNvCxnSpPr>
            <a:cxnSpLocks/>
            <a:stCxn id="43" idx="2"/>
            <a:endCxn id="67" idx="3"/>
          </p:cNvCxnSpPr>
          <p:nvPr/>
        </p:nvCxnSpPr>
        <p:spPr>
          <a:xfrm rot="16200000" flipH="1">
            <a:off x="7346720" y="1479987"/>
            <a:ext cx="654063" cy="285324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Grafik 65" descr="Ein Bild, das Logo, Grafiken, Grafikdesign, Text enthält.&#10;&#10;Automatisch generierte Beschreibung">
            <a:extLst>
              <a:ext uri="{FF2B5EF4-FFF2-40B4-BE49-F238E27FC236}">
                <a16:creationId xmlns:a16="http://schemas.microsoft.com/office/drawing/2014/main" id="{D8DF1AAA-B3E4-8BE9-9147-3340F8CDBFB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0490" y="6032484"/>
            <a:ext cx="566367" cy="269716"/>
          </a:xfrm>
          <a:prstGeom prst="rect">
            <a:avLst/>
          </a:prstGeom>
        </p:spPr>
      </p:pic>
      <p:pic>
        <p:nvPicPr>
          <p:cNvPr id="67" name="Picture 2" descr="2014_bilfit_image_65R3792">
            <a:extLst>
              <a:ext uri="{FF2B5EF4-FFF2-40B4-BE49-F238E27FC236}">
                <a16:creationId xmlns:a16="http://schemas.microsoft.com/office/drawing/2014/main" id="{DEC24B8B-C3E5-A941-F736-26580B1596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474739" y="3233640"/>
            <a:ext cx="1251265" cy="1173283"/>
          </a:xfrm>
          <a:prstGeom prst="round2SameRect">
            <a:avLst>
              <a:gd name="adj1" fmla="val 5254"/>
              <a:gd name="adj2" fmla="val 0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8" name="Connector: Elbow 28">
            <a:extLst>
              <a:ext uri="{FF2B5EF4-FFF2-40B4-BE49-F238E27FC236}">
                <a16:creationId xmlns:a16="http://schemas.microsoft.com/office/drawing/2014/main" id="{BE704350-9C1A-B9FB-4C55-0E3B31614B5E}"/>
              </a:ext>
            </a:extLst>
          </p:cNvPr>
          <p:cNvCxnSpPr>
            <a:cxnSpLocks/>
            <a:stCxn id="43" idx="2"/>
            <a:endCxn id="77" idx="3"/>
          </p:cNvCxnSpPr>
          <p:nvPr/>
        </p:nvCxnSpPr>
        <p:spPr>
          <a:xfrm rot="5400000">
            <a:off x="5199899" y="2194613"/>
            <a:ext cx="662268" cy="1432196"/>
          </a:xfrm>
          <a:prstGeom prst="bentConnector3">
            <a:avLst>
              <a:gd name="adj1" fmla="val 50000"/>
            </a:avLst>
          </a:prstGeom>
          <a:ln w="12700">
            <a:solidFill>
              <a:srgbClr val="1B8D9E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44">
            <a:extLst>
              <a:ext uri="{FF2B5EF4-FFF2-40B4-BE49-F238E27FC236}">
                <a16:creationId xmlns:a16="http://schemas.microsoft.com/office/drawing/2014/main" id="{630C39EE-33B4-2024-3747-87177F0BEDC2}"/>
              </a:ext>
            </a:extLst>
          </p:cNvPr>
          <p:cNvSpPr/>
          <p:nvPr/>
        </p:nvSpPr>
        <p:spPr>
          <a:xfrm>
            <a:off x="9899951" y="4393191"/>
            <a:ext cx="1251265" cy="1513170"/>
          </a:xfrm>
          <a:prstGeom prst="rect">
            <a:avLst/>
          </a:prstGeom>
          <a:solidFill>
            <a:srgbClr val="00813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000" b="1" dirty="0" err="1"/>
              <a:t>acr</a:t>
            </a:r>
            <a:r>
              <a:rPr lang="de-DE" sz="1000" b="1" dirty="0"/>
              <a:t> </a:t>
            </a:r>
            <a:r>
              <a:rPr lang="de-DE" sz="1000" b="1" dirty="0" err="1"/>
              <a:t>chiller</a:t>
            </a:r>
            <a:r>
              <a:rPr lang="de-DE" sz="1000" b="1" dirty="0"/>
              <a:t> </a:t>
            </a:r>
            <a:r>
              <a:rPr lang="de-DE" sz="1000" b="1" dirty="0" err="1"/>
              <a:t>rent</a:t>
            </a:r>
            <a:r>
              <a:rPr lang="de-DE" sz="1000" b="1" dirty="0"/>
              <a:t> GmbH</a:t>
            </a:r>
          </a:p>
          <a:p>
            <a:pPr algn="ctr"/>
            <a:endParaRPr lang="de-DE" sz="1100" dirty="0"/>
          </a:p>
          <a:p>
            <a:pPr algn="ctr"/>
            <a:r>
              <a:rPr lang="de-DE" sz="900" dirty="0"/>
              <a:t>München, DE</a:t>
            </a:r>
          </a:p>
        </p:txBody>
      </p:sp>
      <p:pic>
        <p:nvPicPr>
          <p:cNvPr id="74" name="Grafik 73" descr="Ein Bild, das Logo, Schrift, Markenzeichen, Grafiken enthält.&#10;&#10;Automatisch generierte Beschreibung">
            <a:extLst>
              <a:ext uri="{FF2B5EF4-FFF2-40B4-BE49-F238E27FC236}">
                <a16:creationId xmlns:a16="http://schemas.microsoft.com/office/drawing/2014/main" id="{1F2E0405-D479-69B8-084F-44841C7CC2C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3685" y="6007969"/>
            <a:ext cx="608939" cy="318746"/>
          </a:xfrm>
          <a:prstGeom prst="rect">
            <a:avLst/>
          </a:prstGeom>
        </p:spPr>
      </p:pic>
      <p:cxnSp>
        <p:nvCxnSpPr>
          <p:cNvPr id="75" name="Connector: Elbow 31">
            <a:extLst>
              <a:ext uri="{FF2B5EF4-FFF2-40B4-BE49-F238E27FC236}">
                <a16:creationId xmlns:a16="http://schemas.microsoft.com/office/drawing/2014/main" id="{EAC21A74-3A8E-7276-C97A-0C7FD23DBA70}"/>
              </a:ext>
            </a:extLst>
          </p:cNvPr>
          <p:cNvCxnSpPr>
            <a:cxnSpLocks/>
            <a:stCxn id="43" idx="2"/>
            <a:endCxn id="76" idx="3"/>
          </p:cNvCxnSpPr>
          <p:nvPr/>
        </p:nvCxnSpPr>
        <p:spPr>
          <a:xfrm rot="16200000" flipH="1">
            <a:off x="8062092" y="764615"/>
            <a:ext cx="648531" cy="4278453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Grafik 75">
            <a:extLst>
              <a:ext uri="{FF2B5EF4-FFF2-40B4-BE49-F238E27FC236}">
                <a16:creationId xmlns:a16="http://schemas.microsoft.com/office/drawing/2014/main" id="{3949594E-9543-BEC6-904D-759C4D9E6250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99951" y="3228108"/>
            <a:ext cx="1251265" cy="1166240"/>
          </a:xfrm>
          <a:prstGeom prst="round2SameRect">
            <a:avLst>
              <a:gd name="adj1" fmla="val 5254"/>
              <a:gd name="adj2" fmla="val 0"/>
            </a:avLst>
          </a:prstGeom>
        </p:spPr>
      </p:pic>
      <p:pic>
        <p:nvPicPr>
          <p:cNvPr id="77" name="Grafik 76" descr="A row of cars parked in front of a building&#10;&#10;Description automatically generated with low confidence">
            <a:extLst>
              <a:ext uri="{FF2B5EF4-FFF2-40B4-BE49-F238E27FC236}">
                <a16:creationId xmlns:a16="http://schemas.microsoft.com/office/drawing/2014/main" id="{1EA68EFE-A288-A67F-555C-115493B61EE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alphaModFix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7067"/>
                    </a14:imgEffect>
                    <a14:imgEffect>
                      <a14:saturation sat="138000"/>
                    </a14:imgEffect>
                    <a14:imgEffect>
                      <a14:brightnessContrast bright="3000" contras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89302" y="3241845"/>
            <a:ext cx="1251265" cy="1166240"/>
          </a:xfrm>
          <a:prstGeom prst="round2SameRect">
            <a:avLst>
              <a:gd name="adj1" fmla="val 5254"/>
              <a:gd name="adj2" fmla="val 0"/>
            </a:avLst>
          </a:prstGeom>
        </p:spPr>
      </p:pic>
      <p:sp>
        <p:nvSpPr>
          <p:cNvPr id="78" name="Rectangle: Rounded Corners 6">
            <a:extLst>
              <a:ext uri="{FF2B5EF4-FFF2-40B4-BE49-F238E27FC236}">
                <a16:creationId xmlns:a16="http://schemas.microsoft.com/office/drawing/2014/main" id="{0E820A0A-82A9-CFA0-53C4-01D565473C78}"/>
              </a:ext>
            </a:extLst>
          </p:cNvPr>
          <p:cNvSpPr/>
          <p:nvPr/>
        </p:nvSpPr>
        <p:spPr>
          <a:xfrm>
            <a:off x="4773931" y="1167311"/>
            <a:ext cx="2946400" cy="558800"/>
          </a:xfrm>
          <a:prstGeom prst="roundRect">
            <a:avLst>
              <a:gd name="adj" fmla="val 5758"/>
            </a:avLst>
          </a:prstGeom>
          <a:gradFill flip="none" rotWithShape="1">
            <a:gsLst>
              <a:gs pos="0">
                <a:srgbClr val="E4022E"/>
              </a:gs>
              <a:gs pos="100000">
                <a:srgbClr val="E4022E">
                  <a:alpha val="7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1600" dirty="0" err="1"/>
              <a:t>Aggreko</a:t>
            </a:r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147872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B67CB6E4-1FD7-F96F-9A75-A055B889E2F9}"/>
              </a:ext>
            </a:extLst>
          </p:cNvPr>
          <p:cNvSpPr>
            <a:spLocks noGrp="1"/>
          </p:cNvSpPr>
          <p:nvPr/>
        </p:nvSpPr>
        <p:spPr>
          <a:xfrm>
            <a:off x="1805689" y="299809"/>
            <a:ext cx="81860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57575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tx1"/>
                </a:solidFill>
              </a:rPr>
              <a:t>Die Mobil in Time Gruppe </a:t>
            </a:r>
            <a:br>
              <a:rPr lang="de-CH" dirty="0">
                <a:solidFill>
                  <a:schemeClr val="tx1"/>
                </a:solidFill>
              </a:rPr>
            </a:br>
            <a:r>
              <a:rPr lang="de-CH" dirty="0">
                <a:solidFill>
                  <a:schemeClr val="tx1"/>
                </a:solidFill>
              </a:rPr>
              <a:t>auf einen Blick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87F09E5-5040-4076-A049-21E99BAD3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9134" y="1742092"/>
            <a:ext cx="2587937" cy="105027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ECAC841-2231-ECFD-DDE5-9485F00F6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194" y="3449937"/>
            <a:ext cx="1428864" cy="85487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AA01428-067D-3692-3F6F-C1B87DA47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699" y="1755614"/>
            <a:ext cx="1276208" cy="105027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388FA93-4B29-3FDE-3C20-68AF222E5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1616" y="4918360"/>
            <a:ext cx="1889237" cy="141692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A299880-9891-6D85-E084-EB9F87FF2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7156" y="1539130"/>
            <a:ext cx="1276208" cy="112207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25DCEDC-F27C-44CF-7FCC-B8235A6182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421" y="3120230"/>
            <a:ext cx="1557095" cy="80602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9F56DDA-E699-FA1A-4124-43E355C4D2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686" y="3084890"/>
            <a:ext cx="1612053" cy="81823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36E305D-987C-A732-E3C1-EF2C53028F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937" y="4598080"/>
            <a:ext cx="1715434" cy="146550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5DD7AF6-0CEF-27C2-BCD4-2E0807596D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0733" y="3094039"/>
            <a:ext cx="1906451" cy="111848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F468258-DB4C-9D07-824C-8E7935EF17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6271" y="4499188"/>
            <a:ext cx="2059688" cy="14604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EE94C8DC-0756-FC29-8DB4-64A3027DCB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2434" y="5568978"/>
            <a:ext cx="1441076" cy="98921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D4CF26EE-5B2A-8341-CEDB-AFFDA22B13A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2" t="57251" r="58076" b="27838"/>
          <a:stretch>
            <a:fillRect/>
          </a:stretch>
        </p:blipFill>
        <p:spPr>
          <a:xfrm>
            <a:off x="5302058" y="4075217"/>
            <a:ext cx="2425116" cy="13448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7BB94973-5D47-A1AE-0970-8687789D05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9652" y="1599200"/>
            <a:ext cx="1740769" cy="123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59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1E88E92-2DB2-B09B-2674-E9343C95D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6863DA6D-AE26-05C1-7868-38A6878A0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37"/>
          <a:stretch>
            <a:fillRect/>
          </a:stretch>
        </p:blipFill>
        <p:spPr>
          <a:xfrm>
            <a:off x="1771651" y="-1519306"/>
            <a:ext cx="13542644" cy="8040531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7051C94B-0AC7-BF7C-71D3-D0B1FD235A71}"/>
              </a:ext>
            </a:extLst>
          </p:cNvPr>
          <p:cNvSpPr/>
          <p:nvPr/>
        </p:nvSpPr>
        <p:spPr>
          <a:xfrm>
            <a:off x="9499472" y="2970253"/>
            <a:ext cx="2423456" cy="39004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CH"/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23A9F2DC-5808-2639-5D7E-308BFA45FF34}"/>
              </a:ext>
            </a:extLst>
          </p:cNvPr>
          <p:cNvSpPr>
            <a:spLocks noGrp="1"/>
          </p:cNvSpPr>
          <p:nvPr/>
        </p:nvSpPr>
        <p:spPr>
          <a:xfrm>
            <a:off x="1157593" y="367712"/>
            <a:ext cx="32405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57575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tx1"/>
                </a:solidFill>
              </a:rPr>
              <a:t>Auf einen Blick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05FFD232-F8DB-CF14-308A-9BE4E5BD5EF0}"/>
              </a:ext>
            </a:extLst>
          </p:cNvPr>
          <p:cNvSpPr txBox="1">
            <a:spLocks/>
          </p:cNvSpPr>
          <p:nvPr/>
        </p:nvSpPr>
        <p:spPr>
          <a:xfrm>
            <a:off x="1157593" y="1874778"/>
            <a:ext cx="3097976" cy="1090008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de-DE" sz="1200" b="1" dirty="0">
                <a:solidFill>
                  <a:srgbClr val="58595B"/>
                </a:solidFill>
              </a:rPr>
              <a:t>25 Jahre Erfahrung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000" dirty="0">
                <a:solidFill>
                  <a:srgbClr val="58595B"/>
                </a:solidFill>
              </a:rPr>
              <a:t>Marktführer in der Vermietung mobiler Energie-lösungen in der Schweiz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E23281ED-4E04-BC55-64F3-EF172B64C549}"/>
              </a:ext>
            </a:extLst>
          </p:cNvPr>
          <p:cNvSpPr txBox="1">
            <a:spLocks/>
          </p:cNvSpPr>
          <p:nvPr/>
        </p:nvSpPr>
        <p:spPr>
          <a:xfrm>
            <a:off x="1154875" y="2777473"/>
            <a:ext cx="3438261" cy="120033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de-DE"/>
            </a:defPPr>
            <a:lvl1pPr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300" b="1">
                <a:solidFill>
                  <a:srgbClr val="58595B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de-DE" sz="1200" dirty="0"/>
              <a:t>200 Mitarbeitende &amp; 20 Standorte</a:t>
            </a:r>
          </a:p>
          <a:p>
            <a:r>
              <a:rPr lang="de-DE" sz="1000" b="0" dirty="0"/>
              <a:t>Mobile Wärme-, Kälte-, Luft- und Stromversorgung sowie </a:t>
            </a:r>
            <a:r>
              <a:rPr lang="de-CH" sz="1000" b="0" dirty="0"/>
              <a:t>Dienstleistungen rund um die Wasserschadensanierung</a:t>
            </a:r>
          </a:p>
          <a:p>
            <a:endParaRPr lang="de-CH" dirty="0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AC200083-D45F-5147-68B1-C2A97698C881}"/>
              </a:ext>
            </a:extLst>
          </p:cNvPr>
          <p:cNvSpPr txBox="1">
            <a:spLocks/>
          </p:cNvSpPr>
          <p:nvPr/>
        </p:nvSpPr>
        <p:spPr>
          <a:xfrm>
            <a:off x="1154875" y="4926011"/>
            <a:ext cx="3157108" cy="1429253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de-DE"/>
            </a:defPPr>
            <a:lvl1pPr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300" b="1">
                <a:solidFill>
                  <a:srgbClr val="58595B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de-DE" sz="1200" dirty="0"/>
              <a:t>Pioniere</a:t>
            </a:r>
          </a:p>
          <a:p>
            <a:r>
              <a:rPr lang="de-DE" sz="1000" b="0" dirty="0"/>
              <a:t>Entwicklung von Elektroheizungen, Pellet-Warmluftanlagen &amp; wassergeführten mobilen Pelletheizungen</a:t>
            </a:r>
          </a:p>
          <a:p>
            <a:r>
              <a:rPr lang="de-DE" sz="1000" b="0" dirty="0"/>
              <a:t>Erste CO₂-neutrale Methanol-Anlagen</a:t>
            </a:r>
          </a:p>
          <a:p>
            <a:r>
              <a:rPr lang="de-DE" sz="1000" b="0" dirty="0"/>
              <a:t>Klimafreundliche Kältemittel und Stromlösungen</a:t>
            </a:r>
          </a:p>
        </p:txBody>
      </p:sp>
      <p:sp>
        <p:nvSpPr>
          <p:cNvPr id="26" name="Textplatzhalter 8">
            <a:extLst>
              <a:ext uri="{FF2B5EF4-FFF2-40B4-BE49-F238E27FC236}">
                <a16:creationId xmlns:a16="http://schemas.microsoft.com/office/drawing/2014/main" id="{22408EF3-766E-ABB4-5028-B9D9AFCE07E8}"/>
              </a:ext>
            </a:extLst>
          </p:cNvPr>
          <p:cNvSpPr txBox="1">
            <a:spLocks/>
          </p:cNvSpPr>
          <p:nvPr/>
        </p:nvSpPr>
        <p:spPr>
          <a:xfrm>
            <a:off x="1154875" y="3725674"/>
            <a:ext cx="3321875" cy="131891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de-DE" sz="1200" b="1" dirty="0">
                <a:solidFill>
                  <a:srgbClr val="58595B"/>
                </a:solidFill>
              </a:rPr>
              <a:t>Projektberatung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de-DE" sz="1000" dirty="0">
                <a:solidFill>
                  <a:srgbClr val="58595B"/>
                </a:solidFill>
              </a:rPr>
              <a:t>Full-Service-Lösungen und ganzheitliche Beratung aus einer Hand – schnell &amp; fachkompetent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de-DE" sz="1000" dirty="0">
                <a:solidFill>
                  <a:srgbClr val="58595B"/>
                </a:solidFill>
              </a:rPr>
              <a:t>Partner von Ingenieuren, Planern, Gebäudetechnikern, Bauherren, Versicherungen und Generalunternehmern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509A259-8B6F-574C-E365-03EBE1B56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9202" y="2890255"/>
            <a:ext cx="2581736" cy="399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1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hteck: obere Ecken abgerundet 63">
            <a:extLst>
              <a:ext uri="{FF2B5EF4-FFF2-40B4-BE49-F238E27FC236}">
                <a16:creationId xmlns:a16="http://schemas.microsoft.com/office/drawing/2014/main" id="{88F9D5BD-76AA-2C8A-CEE8-38AE8C82B6C9}"/>
              </a:ext>
            </a:extLst>
          </p:cNvPr>
          <p:cNvSpPr/>
          <p:nvPr/>
        </p:nvSpPr>
        <p:spPr>
          <a:xfrm>
            <a:off x="9335248" y="1451802"/>
            <a:ext cx="2040268" cy="502920"/>
          </a:xfrm>
          <a:prstGeom prst="round2SameRect">
            <a:avLst/>
          </a:prstGeom>
          <a:solidFill>
            <a:schemeClr val="bg1"/>
          </a:solidFill>
          <a:ln>
            <a:solidFill>
              <a:srgbClr val="E000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D71E4C-39A5-A911-E935-917D6C38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Unser Portfolio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948E8246-F9AE-C3BC-91AE-E64E8F714E43}"/>
              </a:ext>
            </a:extLst>
          </p:cNvPr>
          <p:cNvSpPr/>
          <p:nvPr/>
        </p:nvSpPr>
        <p:spPr>
          <a:xfrm>
            <a:off x="477078" y="1890713"/>
            <a:ext cx="2057400" cy="3931920"/>
          </a:xfrm>
          <a:prstGeom prst="rect">
            <a:avLst/>
          </a:prstGeom>
          <a:solidFill>
            <a:srgbClr val="5859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>
              <a:solidFill>
                <a:schemeClr val="lt1"/>
              </a:solidFill>
            </a:endParaRP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18D21E28-AAB1-3BAE-D23D-5F703697B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6374" y="1982153"/>
            <a:ext cx="358808" cy="50292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45D18E20-D6E8-178C-6B3C-E5BA12075331}"/>
              </a:ext>
            </a:extLst>
          </p:cNvPr>
          <p:cNvSpPr/>
          <p:nvPr/>
        </p:nvSpPr>
        <p:spPr>
          <a:xfrm>
            <a:off x="477078" y="2549081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WÄRME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3900963-DBAF-8370-1AC2-53F75E7835CF}"/>
              </a:ext>
            </a:extLst>
          </p:cNvPr>
          <p:cNvSpPr/>
          <p:nvPr/>
        </p:nvSpPr>
        <p:spPr>
          <a:xfrm>
            <a:off x="586806" y="3006281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Elektroheizungen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D1A84FD-0D5B-0410-9996-D9DD6C07A2F9}"/>
              </a:ext>
            </a:extLst>
          </p:cNvPr>
          <p:cNvSpPr/>
          <p:nvPr/>
        </p:nvSpPr>
        <p:spPr>
          <a:xfrm>
            <a:off x="568518" y="3308033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87028374-54E6-245D-3188-A2C850B9F692}"/>
              </a:ext>
            </a:extLst>
          </p:cNvPr>
          <p:cNvSpPr/>
          <p:nvPr/>
        </p:nvSpPr>
        <p:spPr>
          <a:xfrm>
            <a:off x="586806" y="3390329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Pelletheizungen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DE80C45E-7F57-D2CC-1319-8299679856A2}"/>
              </a:ext>
            </a:extLst>
          </p:cNvPr>
          <p:cNvSpPr/>
          <p:nvPr/>
        </p:nvSpPr>
        <p:spPr>
          <a:xfrm>
            <a:off x="568518" y="3692081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>
              <a:solidFill>
                <a:schemeClr val="bg1"/>
              </a:solidFill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C8443AF-7084-2C08-5323-BCAFD15CBD1B}"/>
              </a:ext>
            </a:extLst>
          </p:cNvPr>
          <p:cNvSpPr/>
          <p:nvPr/>
        </p:nvSpPr>
        <p:spPr>
          <a:xfrm>
            <a:off x="586806" y="3774377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CH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Ölheizungen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CB417016-C05A-8F2A-54B8-C43B820CA587}"/>
              </a:ext>
            </a:extLst>
          </p:cNvPr>
          <p:cNvSpPr/>
          <p:nvPr/>
        </p:nvSpPr>
        <p:spPr>
          <a:xfrm>
            <a:off x="568518" y="4076129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20F9F8B-DC27-710B-6075-F4629A96C3BB}"/>
              </a:ext>
            </a:extLst>
          </p:cNvPr>
          <p:cNvSpPr/>
          <p:nvPr/>
        </p:nvSpPr>
        <p:spPr>
          <a:xfrm>
            <a:off x="586806" y="4158425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Lüftungsgeräte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039AE98A-F948-21E5-56E4-45E3C92FBAAF}"/>
              </a:ext>
            </a:extLst>
          </p:cNvPr>
          <p:cNvSpPr/>
          <p:nvPr/>
        </p:nvSpPr>
        <p:spPr>
          <a:xfrm>
            <a:off x="568518" y="4460177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F9D78BD-788B-5D29-C294-9ABF745127A9}"/>
              </a:ext>
            </a:extLst>
          </p:cNvPr>
          <p:cNvSpPr/>
          <p:nvPr/>
        </p:nvSpPr>
        <p:spPr>
          <a:xfrm>
            <a:off x="586806" y="4542473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CH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Dampf- und Heisswasseranlagen</a:t>
            </a: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A7B66ED-0360-CCAB-422B-260968C00EEB}"/>
              </a:ext>
            </a:extLst>
          </p:cNvPr>
          <p:cNvSpPr/>
          <p:nvPr/>
        </p:nvSpPr>
        <p:spPr>
          <a:xfrm>
            <a:off x="2689926" y="1890713"/>
            <a:ext cx="2057400" cy="393192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pic>
        <p:nvPicPr>
          <p:cNvPr id="20" name="Image 1">
            <a:extLst>
              <a:ext uri="{FF2B5EF4-FFF2-40B4-BE49-F238E27FC236}">
                <a16:creationId xmlns:a16="http://schemas.microsoft.com/office/drawing/2014/main" id="{A41D3B05-892E-770C-F954-024E0FC4FA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67166" y="1982153"/>
            <a:ext cx="502920" cy="502920"/>
          </a:xfrm>
          <a:prstGeom prst="rect">
            <a:avLst/>
          </a:prstGeom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A773431E-A1A0-6BEA-33CD-785DF4833FC7}"/>
              </a:ext>
            </a:extLst>
          </p:cNvPr>
          <p:cNvSpPr/>
          <p:nvPr/>
        </p:nvSpPr>
        <p:spPr>
          <a:xfrm>
            <a:off x="2689926" y="2549081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KÄLTE</a:t>
            </a: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47CD5089-40C8-1677-870A-21E45E2D778D}"/>
              </a:ext>
            </a:extLst>
          </p:cNvPr>
          <p:cNvSpPr/>
          <p:nvPr/>
        </p:nvSpPr>
        <p:spPr>
          <a:xfrm>
            <a:off x="2799654" y="3006281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Kaltwassersätze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7F89E399-22EA-EC48-3E88-6B537DDA471D}"/>
              </a:ext>
            </a:extLst>
          </p:cNvPr>
          <p:cNvSpPr/>
          <p:nvPr/>
        </p:nvSpPr>
        <p:spPr>
          <a:xfrm>
            <a:off x="2781366" y="3308033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46896F9C-449C-8222-FD06-107EDAD3F915}"/>
              </a:ext>
            </a:extLst>
          </p:cNvPr>
          <p:cNvSpPr/>
          <p:nvPr/>
        </p:nvSpPr>
        <p:spPr>
          <a:xfrm>
            <a:off x="2799654" y="3390329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Lüftungsgeräte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1477A51D-13C1-BBD8-94AC-BC19D4294D3D}"/>
              </a:ext>
            </a:extLst>
          </p:cNvPr>
          <p:cNvSpPr/>
          <p:nvPr/>
        </p:nvSpPr>
        <p:spPr>
          <a:xfrm>
            <a:off x="2781366" y="3692081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DB57FEB6-09FA-C7C7-82A7-9D8398A07A99}"/>
              </a:ext>
            </a:extLst>
          </p:cNvPr>
          <p:cNvSpPr/>
          <p:nvPr/>
        </p:nvSpPr>
        <p:spPr>
          <a:xfrm>
            <a:off x="2799654" y="3774377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Klimageräte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11E25E95-1325-7C8B-C20C-0C89C5966E1E}"/>
              </a:ext>
            </a:extLst>
          </p:cNvPr>
          <p:cNvSpPr/>
          <p:nvPr/>
        </p:nvSpPr>
        <p:spPr>
          <a:xfrm>
            <a:off x="2781366" y="4076129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C1028595-DC09-CA22-00E3-799C7DAF62BC}"/>
              </a:ext>
            </a:extLst>
          </p:cNvPr>
          <p:cNvSpPr/>
          <p:nvPr/>
        </p:nvSpPr>
        <p:spPr>
          <a:xfrm>
            <a:off x="2799654" y="4158425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Umfangreiches</a:t>
            </a: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Zubehör-sortiment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E8FACCCC-A244-8399-4E7A-E5CA11D41E35}"/>
              </a:ext>
            </a:extLst>
          </p:cNvPr>
          <p:cNvSpPr/>
          <p:nvPr/>
        </p:nvSpPr>
        <p:spPr>
          <a:xfrm>
            <a:off x="4902774" y="1890713"/>
            <a:ext cx="2057400" cy="393192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pic>
        <p:nvPicPr>
          <p:cNvPr id="32" name="Image 2">
            <a:extLst>
              <a:ext uri="{FF2B5EF4-FFF2-40B4-BE49-F238E27FC236}">
                <a16:creationId xmlns:a16="http://schemas.microsoft.com/office/drawing/2014/main" id="{E8A1F72B-D381-FAA2-21E3-4EC9267C1B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680014" y="2037804"/>
            <a:ext cx="502920" cy="391618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E3E8ED73-BE6C-4810-98A7-68F2066E9242}"/>
              </a:ext>
            </a:extLst>
          </p:cNvPr>
          <p:cNvSpPr/>
          <p:nvPr/>
        </p:nvSpPr>
        <p:spPr>
          <a:xfrm>
            <a:off x="4902774" y="2549081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LUFT</a:t>
            </a: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9AAF8931-496B-F2F2-725C-114196D6B2B0}"/>
              </a:ext>
            </a:extLst>
          </p:cNvPr>
          <p:cNvSpPr/>
          <p:nvPr/>
        </p:nvSpPr>
        <p:spPr>
          <a:xfrm>
            <a:off x="5012502" y="3097723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Pellet-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Warmluftheizungen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F370D9F0-234B-96C3-174C-EF2D221AB521}"/>
              </a:ext>
            </a:extLst>
          </p:cNvPr>
          <p:cNvSpPr/>
          <p:nvPr/>
        </p:nvSpPr>
        <p:spPr>
          <a:xfrm>
            <a:off x="5012502" y="3576164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Öl-Warmluftheizungen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D84E4B55-182A-3958-8A86-3182DC06F954}"/>
              </a:ext>
            </a:extLst>
          </p:cNvPr>
          <p:cNvSpPr/>
          <p:nvPr/>
        </p:nvSpPr>
        <p:spPr>
          <a:xfrm>
            <a:off x="4994214" y="3989645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9FEB1952-1812-5E58-BF96-810FE82C0942}"/>
              </a:ext>
            </a:extLst>
          </p:cNvPr>
          <p:cNvSpPr/>
          <p:nvPr/>
        </p:nvSpPr>
        <p:spPr>
          <a:xfrm>
            <a:off x="5012502" y="3976691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Lüftungsgeräte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DAE6C841-95B6-144B-385F-E631C65487D2}"/>
              </a:ext>
            </a:extLst>
          </p:cNvPr>
          <p:cNvSpPr/>
          <p:nvPr/>
        </p:nvSpPr>
        <p:spPr>
          <a:xfrm>
            <a:off x="4994214" y="4278443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BB39F9B7-725D-C51A-4C54-F1B6AD4EE1EA}"/>
              </a:ext>
            </a:extLst>
          </p:cNvPr>
          <p:cNvSpPr/>
          <p:nvPr/>
        </p:nvSpPr>
        <p:spPr>
          <a:xfrm>
            <a:off x="4994214" y="4600926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Elektroheizlüfter</a:t>
            </a: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F6BF75E2-1049-DCD7-CB73-E4E3F4EFA874}"/>
              </a:ext>
            </a:extLst>
          </p:cNvPr>
          <p:cNvSpPr/>
          <p:nvPr/>
        </p:nvSpPr>
        <p:spPr>
          <a:xfrm>
            <a:off x="4994214" y="4606149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49D4D03D-CFB4-4507-ADED-45EA94F81537}"/>
              </a:ext>
            </a:extLst>
          </p:cNvPr>
          <p:cNvSpPr/>
          <p:nvPr/>
        </p:nvSpPr>
        <p:spPr>
          <a:xfrm>
            <a:off x="5012502" y="429407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Mobile Rooftops</a:t>
            </a:r>
          </a:p>
        </p:txBody>
      </p:sp>
      <p:sp>
        <p:nvSpPr>
          <p:cNvPr id="43" name="Shape 36">
            <a:extLst>
              <a:ext uri="{FF2B5EF4-FFF2-40B4-BE49-F238E27FC236}">
                <a16:creationId xmlns:a16="http://schemas.microsoft.com/office/drawing/2014/main" id="{3A62F9E5-C94E-E122-1AA0-CFEBC742E8D4}"/>
              </a:ext>
            </a:extLst>
          </p:cNvPr>
          <p:cNvSpPr/>
          <p:nvPr/>
        </p:nvSpPr>
        <p:spPr>
          <a:xfrm>
            <a:off x="7115622" y="1890713"/>
            <a:ext cx="2057400" cy="393192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pic>
        <p:nvPicPr>
          <p:cNvPr id="45" name="Image 3">
            <a:extLst>
              <a:ext uri="{FF2B5EF4-FFF2-40B4-BE49-F238E27FC236}">
                <a16:creationId xmlns:a16="http://schemas.microsoft.com/office/drawing/2014/main" id="{0A39D801-CA81-9B44-483C-1CF624CCDA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95020" y="2122525"/>
            <a:ext cx="498603" cy="317424"/>
          </a:xfrm>
          <a:prstGeom prst="rect">
            <a:avLst/>
          </a:prstGeom>
        </p:spPr>
      </p:pic>
      <p:sp>
        <p:nvSpPr>
          <p:cNvPr id="46" name="Text 38">
            <a:extLst>
              <a:ext uri="{FF2B5EF4-FFF2-40B4-BE49-F238E27FC236}">
                <a16:creationId xmlns:a16="http://schemas.microsoft.com/office/drawing/2014/main" id="{A0D7E96F-1D1E-154C-E3F5-7CC3E817753C}"/>
              </a:ext>
            </a:extLst>
          </p:cNvPr>
          <p:cNvSpPr/>
          <p:nvPr/>
        </p:nvSpPr>
        <p:spPr>
          <a:xfrm>
            <a:off x="7115622" y="2549081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TROCKNUNG</a:t>
            </a:r>
          </a:p>
        </p:txBody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613A6286-10B4-C231-16A4-7B84042CA498}"/>
              </a:ext>
            </a:extLst>
          </p:cNvPr>
          <p:cNvSpPr/>
          <p:nvPr/>
        </p:nvSpPr>
        <p:spPr>
          <a:xfrm>
            <a:off x="7225350" y="3006281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Leckortung</a:t>
            </a:r>
            <a:endParaRPr lang="en-US" sz="1050" dirty="0"/>
          </a:p>
        </p:txBody>
      </p:sp>
      <p:sp>
        <p:nvSpPr>
          <p:cNvPr id="48" name="Shape 40">
            <a:extLst>
              <a:ext uri="{FF2B5EF4-FFF2-40B4-BE49-F238E27FC236}">
                <a16:creationId xmlns:a16="http://schemas.microsoft.com/office/drawing/2014/main" id="{2152DB66-5BD4-9874-CF20-1130A598DC45}"/>
              </a:ext>
            </a:extLst>
          </p:cNvPr>
          <p:cNvSpPr/>
          <p:nvPr/>
        </p:nvSpPr>
        <p:spPr>
          <a:xfrm>
            <a:off x="7207062" y="3308033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9" name="Text 41">
            <a:extLst>
              <a:ext uri="{FF2B5EF4-FFF2-40B4-BE49-F238E27FC236}">
                <a16:creationId xmlns:a16="http://schemas.microsoft.com/office/drawing/2014/main" id="{83A88312-C1C2-2982-D27B-E42F3093A5FC}"/>
              </a:ext>
            </a:extLst>
          </p:cNvPr>
          <p:cNvSpPr/>
          <p:nvPr/>
        </p:nvSpPr>
        <p:spPr>
          <a:xfrm>
            <a:off x="7225350" y="3390329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Wasserschadentrocknung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0" name="Shape 42">
            <a:extLst>
              <a:ext uri="{FF2B5EF4-FFF2-40B4-BE49-F238E27FC236}">
                <a16:creationId xmlns:a16="http://schemas.microsoft.com/office/drawing/2014/main" id="{43B5CA95-284A-24BB-1BC8-CC37A1A6E2EC}"/>
              </a:ext>
            </a:extLst>
          </p:cNvPr>
          <p:cNvSpPr/>
          <p:nvPr/>
        </p:nvSpPr>
        <p:spPr>
          <a:xfrm>
            <a:off x="7207062" y="3692081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1" name="Text 43">
            <a:extLst>
              <a:ext uri="{FF2B5EF4-FFF2-40B4-BE49-F238E27FC236}">
                <a16:creationId xmlns:a16="http://schemas.microsoft.com/office/drawing/2014/main" id="{7B9AC75A-66C6-B745-502B-FB8329BCCB67}"/>
              </a:ext>
            </a:extLst>
          </p:cNvPr>
          <p:cNvSpPr/>
          <p:nvPr/>
        </p:nvSpPr>
        <p:spPr>
          <a:xfrm>
            <a:off x="7225350" y="3774377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Bautrocknung und </a:t>
            </a: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Bauheizung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2" name="Shape 44">
            <a:extLst>
              <a:ext uri="{FF2B5EF4-FFF2-40B4-BE49-F238E27FC236}">
                <a16:creationId xmlns:a16="http://schemas.microsoft.com/office/drawing/2014/main" id="{0AC82AF9-D8A8-1C42-FFC1-9487EB29D7C7}"/>
              </a:ext>
            </a:extLst>
          </p:cNvPr>
          <p:cNvSpPr/>
          <p:nvPr/>
        </p:nvSpPr>
        <p:spPr>
          <a:xfrm>
            <a:off x="7207062" y="4180904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3" name="Text 45">
            <a:extLst>
              <a:ext uri="{FF2B5EF4-FFF2-40B4-BE49-F238E27FC236}">
                <a16:creationId xmlns:a16="http://schemas.microsoft.com/office/drawing/2014/main" id="{EA7512B9-97FA-4EDD-A235-982EEDDD32B0}"/>
              </a:ext>
            </a:extLst>
          </p:cNvPr>
          <p:cNvSpPr/>
          <p:nvPr/>
        </p:nvSpPr>
        <p:spPr>
          <a:xfrm>
            <a:off x="7225350" y="420605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Desinfektion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Shape 36">
            <a:extLst>
              <a:ext uri="{FF2B5EF4-FFF2-40B4-BE49-F238E27FC236}">
                <a16:creationId xmlns:a16="http://schemas.microsoft.com/office/drawing/2014/main" id="{6A5712DD-66CE-4BCB-7D5B-DE9970B72C61}"/>
              </a:ext>
            </a:extLst>
          </p:cNvPr>
          <p:cNvSpPr/>
          <p:nvPr/>
        </p:nvSpPr>
        <p:spPr>
          <a:xfrm>
            <a:off x="9328470" y="1890713"/>
            <a:ext cx="2057400" cy="3931920"/>
          </a:xfrm>
          <a:prstGeom prst="rect">
            <a:avLst/>
          </a:prstGeom>
          <a:solidFill>
            <a:srgbClr val="E000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875D86B-B2A8-D107-7B51-CF68EC39DE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0532" y="1982153"/>
            <a:ext cx="453275" cy="502920"/>
          </a:xfrm>
          <a:prstGeom prst="rect">
            <a:avLst/>
          </a:prstGeom>
        </p:spPr>
      </p:pic>
      <p:sp>
        <p:nvSpPr>
          <p:cNvPr id="5" name="Text 38">
            <a:extLst>
              <a:ext uri="{FF2B5EF4-FFF2-40B4-BE49-F238E27FC236}">
                <a16:creationId xmlns:a16="http://schemas.microsoft.com/office/drawing/2014/main" id="{E9B56AF2-0CB5-3DFD-1643-E2829256D7A5}"/>
              </a:ext>
            </a:extLst>
          </p:cNvPr>
          <p:cNvSpPr/>
          <p:nvPr/>
        </p:nvSpPr>
        <p:spPr>
          <a:xfrm>
            <a:off x="9328470" y="2549081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STROM</a:t>
            </a:r>
          </a:p>
        </p:txBody>
      </p:sp>
      <p:sp>
        <p:nvSpPr>
          <p:cNvPr id="6" name="Text 39">
            <a:extLst>
              <a:ext uri="{FF2B5EF4-FFF2-40B4-BE49-F238E27FC236}">
                <a16:creationId xmlns:a16="http://schemas.microsoft.com/office/drawing/2014/main" id="{AAF46C47-F1EF-7457-7E09-0D8927770EFA}"/>
              </a:ext>
            </a:extLst>
          </p:cNvPr>
          <p:cNvSpPr/>
          <p:nvPr/>
        </p:nvSpPr>
        <p:spPr>
          <a:xfrm>
            <a:off x="9438198" y="3006281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Generatoren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 1’200 kVA</a:t>
            </a:r>
            <a:endParaRPr lang="en-US" sz="1050" dirty="0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9B9B0C87-E84D-368E-6333-BF8482483788}"/>
              </a:ext>
            </a:extLst>
          </p:cNvPr>
          <p:cNvSpPr/>
          <p:nvPr/>
        </p:nvSpPr>
        <p:spPr>
          <a:xfrm>
            <a:off x="9419910" y="3308033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6" name="Text 41">
            <a:extLst>
              <a:ext uri="{FF2B5EF4-FFF2-40B4-BE49-F238E27FC236}">
                <a16:creationId xmlns:a16="http://schemas.microsoft.com/office/drawing/2014/main" id="{B88953D9-FA8C-F87C-EE12-923F0F83386B}"/>
              </a:ext>
            </a:extLst>
          </p:cNvPr>
          <p:cNvSpPr/>
          <p:nvPr/>
        </p:nvSpPr>
        <p:spPr>
          <a:xfrm>
            <a:off x="9438198" y="331877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Batteriespeicher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BESS</a:t>
            </a:r>
            <a:endParaRPr lang="en-US" sz="1050" dirty="0"/>
          </a:p>
        </p:txBody>
      </p:sp>
      <p:sp>
        <p:nvSpPr>
          <p:cNvPr id="57" name="Shape 42">
            <a:extLst>
              <a:ext uri="{FF2B5EF4-FFF2-40B4-BE49-F238E27FC236}">
                <a16:creationId xmlns:a16="http://schemas.microsoft.com/office/drawing/2014/main" id="{26AA969A-28C8-7430-DC24-5F46AB844BB4}"/>
              </a:ext>
            </a:extLst>
          </p:cNvPr>
          <p:cNvSpPr/>
          <p:nvPr/>
        </p:nvSpPr>
        <p:spPr>
          <a:xfrm>
            <a:off x="9419910" y="3620522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ACF66992-1F1C-E079-B3D0-724D0F555653}"/>
              </a:ext>
            </a:extLst>
          </p:cNvPr>
          <p:cNvSpPr/>
          <p:nvPr/>
        </p:nvSpPr>
        <p:spPr>
          <a:xfrm>
            <a:off x="9438198" y="363921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Hybrid Power Packages</a:t>
            </a:r>
          </a:p>
        </p:txBody>
      </p:sp>
      <p:sp>
        <p:nvSpPr>
          <p:cNvPr id="59" name="Shape 44">
            <a:extLst>
              <a:ext uri="{FF2B5EF4-FFF2-40B4-BE49-F238E27FC236}">
                <a16:creationId xmlns:a16="http://schemas.microsoft.com/office/drawing/2014/main" id="{D2CCE176-CBF0-08A3-EE9E-F8ED4F816867}"/>
              </a:ext>
            </a:extLst>
          </p:cNvPr>
          <p:cNvSpPr/>
          <p:nvPr/>
        </p:nvSpPr>
        <p:spPr>
          <a:xfrm>
            <a:off x="9419910" y="3945503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0" name="Text 45">
            <a:extLst>
              <a:ext uri="{FF2B5EF4-FFF2-40B4-BE49-F238E27FC236}">
                <a16:creationId xmlns:a16="http://schemas.microsoft.com/office/drawing/2014/main" id="{2BCC0786-3743-F539-2852-5BE5E34AD2B7}"/>
              </a:ext>
            </a:extLst>
          </p:cNvPr>
          <p:cNvSpPr/>
          <p:nvPr/>
        </p:nvSpPr>
        <p:spPr>
          <a:xfrm>
            <a:off x="9438198" y="4158425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1" name="Shape 46">
            <a:extLst>
              <a:ext uri="{FF2B5EF4-FFF2-40B4-BE49-F238E27FC236}">
                <a16:creationId xmlns:a16="http://schemas.microsoft.com/office/drawing/2014/main" id="{A4E62655-D85C-6FC2-D8B6-A0D1EDAF6209}"/>
              </a:ext>
            </a:extLst>
          </p:cNvPr>
          <p:cNvSpPr/>
          <p:nvPr/>
        </p:nvSpPr>
        <p:spPr>
          <a:xfrm>
            <a:off x="9419910" y="4270569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2" name="Text 47">
            <a:extLst>
              <a:ext uri="{FF2B5EF4-FFF2-40B4-BE49-F238E27FC236}">
                <a16:creationId xmlns:a16="http://schemas.microsoft.com/office/drawing/2014/main" id="{6EFD97E7-0802-4CFB-97AD-BCEFB7F4E341}"/>
              </a:ext>
            </a:extLst>
          </p:cNvPr>
          <p:cNvSpPr/>
          <p:nvPr/>
        </p:nvSpPr>
        <p:spPr>
          <a:xfrm>
            <a:off x="9438198" y="4278857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Lastbänke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5" name="Text 45">
            <a:extLst>
              <a:ext uri="{FF2B5EF4-FFF2-40B4-BE49-F238E27FC236}">
                <a16:creationId xmlns:a16="http://schemas.microsoft.com/office/drawing/2014/main" id="{E6035D97-BF34-6B46-9496-2B16F42216E3}"/>
              </a:ext>
            </a:extLst>
          </p:cNvPr>
          <p:cNvSpPr/>
          <p:nvPr/>
        </p:nvSpPr>
        <p:spPr>
          <a:xfrm>
            <a:off x="9328470" y="1524953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atin typeface="+mj-lt"/>
                <a:ea typeface="Calibri" pitchFamily="34" charset="-122"/>
                <a:cs typeface="Calibri" pitchFamily="34" charset="-120"/>
              </a:rPr>
              <a:t>NEU in der Schweiz!</a:t>
            </a:r>
          </a:p>
        </p:txBody>
      </p:sp>
      <p:sp>
        <p:nvSpPr>
          <p:cNvPr id="66" name="Text 43">
            <a:extLst>
              <a:ext uri="{FF2B5EF4-FFF2-40B4-BE49-F238E27FC236}">
                <a16:creationId xmlns:a16="http://schemas.microsoft.com/office/drawing/2014/main" id="{B96C8D8D-AF7C-170F-48E6-090E54F235ED}"/>
              </a:ext>
            </a:extLst>
          </p:cNvPr>
          <p:cNvSpPr/>
          <p:nvPr/>
        </p:nvSpPr>
        <p:spPr>
          <a:xfrm>
            <a:off x="9419910" y="397091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Kraftstoffbehälter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7" name="Shape 30">
            <a:extLst>
              <a:ext uri="{FF2B5EF4-FFF2-40B4-BE49-F238E27FC236}">
                <a16:creationId xmlns:a16="http://schemas.microsoft.com/office/drawing/2014/main" id="{E292050B-8C20-A3E6-51EA-FE648DBB61A4}"/>
              </a:ext>
            </a:extLst>
          </p:cNvPr>
          <p:cNvSpPr/>
          <p:nvPr/>
        </p:nvSpPr>
        <p:spPr>
          <a:xfrm>
            <a:off x="5012502" y="3490173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0" name="Shape 46">
            <a:extLst>
              <a:ext uri="{FF2B5EF4-FFF2-40B4-BE49-F238E27FC236}">
                <a16:creationId xmlns:a16="http://schemas.microsoft.com/office/drawing/2014/main" id="{216D381C-40E6-570B-EC99-C79E5C593868}"/>
              </a:ext>
            </a:extLst>
          </p:cNvPr>
          <p:cNvSpPr/>
          <p:nvPr/>
        </p:nvSpPr>
        <p:spPr>
          <a:xfrm>
            <a:off x="9421236" y="4603403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4" name="Text 47">
            <a:extLst>
              <a:ext uri="{FF2B5EF4-FFF2-40B4-BE49-F238E27FC236}">
                <a16:creationId xmlns:a16="http://schemas.microsoft.com/office/drawing/2014/main" id="{774CBC27-07AB-19CE-F3FD-0B4C52FFEEEC}"/>
              </a:ext>
            </a:extLst>
          </p:cNvPr>
          <p:cNvSpPr/>
          <p:nvPr/>
        </p:nvSpPr>
        <p:spPr>
          <a:xfrm>
            <a:off x="9438198" y="4608344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Transformatoren</a:t>
            </a:r>
            <a:endParaRPr lang="en-US" sz="105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3" name="Shape 46">
            <a:extLst>
              <a:ext uri="{FF2B5EF4-FFF2-40B4-BE49-F238E27FC236}">
                <a16:creationId xmlns:a16="http://schemas.microsoft.com/office/drawing/2014/main" id="{5589640A-C3B0-959D-F607-7A4C37AA69B8}"/>
              </a:ext>
            </a:extLst>
          </p:cNvPr>
          <p:cNvSpPr/>
          <p:nvPr/>
        </p:nvSpPr>
        <p:spPr>
          <a:xfrm>
            <a:off x="9421236" y="4924652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9" name="Text 47">
            <a:extLst>
              <a:ext uri="{FF2B5EF4-FFF2-40B4-BE49-F238E27FC236}">
                <a16:creationId xmlns:a16="http://schemas.microsoft.com/office/drawing/2014/main" id="{68964857-4205-430F-B409-780ED6F7B98D}"/>
              </a:ext>
            </a:extLst>
          </p:cNvPr>
          <p:cNvSpPr/>
          <p:nvPr/>
        </p:nvSpPr>
        <p:spPr>
          <a:xfrm>
            <a:off x="9455160" y="492868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USV-Anlagen</a:t>
            </a:r>
          </a:p>
        </p:txBody>
      </p:sp>
      <p:sp>
        <p:nvSpPr>
          <p:cNvPr id="71" name="Shape 46">
            <a:extLst>
              <a:ext uri="{FF2B5EF4-FFF2-40B4-BE49-F238E27FC236}">
                <a16:creationId xmlns:a16="http://schemas.microsoft.com/office/drawing/2014/main" id="{2BFB8D54-CF58-E6E7-0EFF-C7F8268B2EC5}"/>
              </a:ext>
            </a:extLst>
          </p:cNvPr>
          <p:cNvSpPr/>
          <p:nvPr/>
        </p:nvSpPr>
        <p:spPr>
          <a:xfrm>
            <a:off x="9438198" y="5244988"/>
            <a:ext cx="1874520" cy="9144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7" name="Text 47">
            <a:extLst>
              <a:ext uri="{FF2B5EF4-FFF2-40B4-BE49-F238E27FC236}">
                <a16:creationId xmlns:a16="http://schemas.microsoft.com/office/drawing/2014/main" id="{CAA9650E-4809-699E-0F95-E36B30E4BE22}"/>
              </a:ext>
            </a:extLst>
          </p:cNvPr>
          <p:cNvSpPr/>
          <p:nvPr/>
        </p:nvSpPr>
        <p:spPr>
          <a:xfrm>
            <a:off x="9455160" y="525413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PV-Anlagen &amp; EV-Lader</a:t>
            </a:r>
          </a:p>
        </p:txBody>
      </p:sp>
    </p:spTree>
    <p:extLst>
      <p:ext uri="{BB962C8B-B14F-4D97-AF65-F5344CB8AC3E}">
        <p14:creationId xmlns:p14="http://schemas.microsoft.com/office/powerpoint/2010/main" val="42994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35711" y="2747963"/>
            <a:ext cx="5669280" cy="2255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ea typeface="Calibri" pitchFamily="34" charset="-122"/>
                <a:cs typeface="Calibri" pitchFamily="34" charset="-120"/>
              </a:rPr>
              <a:t>Durch die Partnerschaft mit Aggreko </a:t>
            </a:r>
            <a:r>
              <a:rPr lang="en-US" sz="1533" dirty="0" err="1">
                <a:ea typeface="Calibri" pitchFamily="34" charset="-122"/>
                <a:cs typeface="Calibri" pitchFamily="34" charset="-120"/>
              </a:rPr>
              <a:t>erhalten</a:t>
            </a:r>
            <a:r>
              <a:rPr lang="en-US" sz="1533" dirty="0">
                <a:ea typeface="Calibri" pitchFamily="34" charset="-122"/>
                <a:cs typeface="Calibri" pitchFamily="34" charset="-120"/>
              </a:rPr>
              <a:t> Schweizer Kunden Zugang zu modernsten Generatoren, Batteriespeichern (BESS) und hybriden </a:t>
            </a:r>
            <a:r>
              <a:rPr lang="en-US" sz="1533" dirty="0" err="1">
                <a:ea typeface="Calibri" pitchFamily="34" charset="-122"/>
                <a:cs typeface="Calibri" pitchFamily="34" charset="-120"/>
              </a:rPr>
              <a:t>Energiesystemen</a:t>
            </a:r>
            <a:r>
              <a:rPr lang="en-US" sz="1533" dirty="0">
                <a:ea typeface="Calibri" pitchFamily="34" charset="-122"/>
                <a:cs typeface="Calibri" pitchFamily="34" charset="-120"/>
              </a:rPr>
              <a:t>. </a:t>
            </a:r>
          </a:p>
          <a:p>
            <a:endParaRPr lang="en-US" sz="1533" dirty="0">
              <a:ea typeface="Calibri" pitchFamily="34" charset="-122"/>
              <a:cs typeface="Calibri" pitchFamily="34" charset="-120"/>
            </a:endParaRPr>
          </a:p>
          <a:p>
            <a:r>
              <a:rPr lang="en-US" sz="1533" dirty="0">
                <a:ea typeface="Calibri" pitchFamily="34" charset="-122"/>
                <a:cs typeface="Calibri" pitchFamily="34" charset="-120"/>
              </a:rPr>
              <a:t>Kombiniert mit Mobil in Times lokaler Service-</a:t>
            </a:r>
            <a:r>
              <a:rPr lang="en-US" sz="1533" dirty="0" err="1">
                <a:ea typeface="Calibri" pitchFamily="34" charset="-122"/>
                <a:cs typeface="Calibri" pitchFamily="34" charset="-120"/>
              </a:rPr>
              <a:t>Kompetenz</a:t>
            </a:r>
            <a:r>
              <a:rPr lang="en-US" sz="1533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533" dirty="0" err="1">
                <a:ea typeface="Calibri" pitchFamily="34" charset="-122"/>
                <a:cs typeface="Calibri" pitchFamily="34" charset="-120"/>
              </a:rPr>
              <a:t>entstehen</a:t>
            </a:r>
            <a:r>
              <a:rPr lang="en-US" sz="1533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533" dirty="0" err="1">
                <a:ea typeface="Calibri" pitchFamily="34" charset="-122"/>
                <a:cs typeface="Calibri" pitchFamily="34" charset="-120"/>
              </a:rPr>
              <a:t>massgeschneiderte</a:t>
            </a:r>
            <a:r>
              <a:rPr lang="en-US" sz="1533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533" dirty="0" err="1">
                <a:ea typeface="Calibri" pitchFamily="34" charset="-122"/>
                <a:cs typeface="Calibri" pitchFamily="34" charset="-120"/>
              </a:rPr>
              <a:t>Lösungen</a:t>
            </a:r>
            <a:r>
              <a:rPr lang="en-US" sz="1533" dirty="0">
                <a:ea typeface="Calibri" pitchFamily="34" charset="-122"/>
                <a:cs typeface="Calibri" pitchFamily="34" charset="-120"/>
              </a:rPr>
              <a:t> für </a:t>
            </a:r>
            <a:r>
              <a:rPr lang="en-US" sz="1533" dirty="0" err="1">
                <a:ea typeface="Calibri" pitchFamily="34" charset="-122"/>
                <a:cs typeface="Calibri" pitchFamily="34" charset="-120"/>
              </a:rPr>
              <a:t>jedes</a:t>
            </a:r>
            <a:r>
              <a:rPr lang="en-US" sz="1533" dirty="0">
                <a:ea typeface="Calibri" pitchFamily="34" charset="-122"/>
                <a:cs typeface="Calibri" pitchFamily="34" charset="-120"/>
              </a:rPr>
              <a:t> Projekt.</a:t>
            </a:r>
            <a:endParaRPr lang="en-US" sz="1533" dirty="0"/>
          </a:p>
        </p:txBody>
      </p:sp>
      <p:sp>
        <p:nvSpPr>
          <p:cNvPr id="7" name="Shape 5"/>
          <p:cNvSpPr/>
          <p:nvPr/>
        </p:nvSpPr>
        <p:spPr>
          <a:xfrm>
            <a:off x="6404991" y="1589723"/>
            <a:ext cx="2584704" cy="231648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26911" y="1809179"/>
            <a:ext cx="463296" cy="4632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12127" y="1809179"/>
            <a:ext cx="1755648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Weltweite Flotte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6526911" y="2418779"/>
            <a:ext cx="2340864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Aggrekos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Flotte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modernster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Energie-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technologie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inkl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 USV-Absicherung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9209151" y="1589723"/>
            <a:ext cx="2584704" cy="231648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31071" y="1809179"/>
            <a:ext cx="463296" cy="4632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916287" y="1809179"/>
            <a:ext cx="1755648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Stage V</a:t>
            </a:r>
            <a:endParaRPr lang="en-US" sz="1467" dirty="0"/>
          </a:p>
        </p:txBody>
      </p:sp>
      <p:sp>
        <p:nvSpPr>
          <p:cNvPr id="14" name="Text 10"/>
          <p:cNvSpPr/>
          <p:nvPr/>
        </p:nvSpPr>
        <p:spPr>
          <a:xfrm>
            <a:off x="9331071" y="2345627"/>
            <a:ext cx="2340864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Neueste Emissionsstandards, Diesel &amp; HVO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04991" y="4174427"/>
            <a:ext cx="2584704" cy="231648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26911" y="4393883"/>
            <a:ext cx="463296" cy="4632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12127" y="4393883"/>
            <a:ext cx="1755648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Schnelle Lieferung</a:t>
            </a:r>
            <a:endParaRPr lang="en-US" sz="1467" dirty="0"/>
          </a:p>
        </p:txBody>
      </p:sp>
      <p:sp>
        <p:nvSpPr>
          <p:cNvPr id="18" name="Text 13"/>
          <p:cNvSpPr/>
          <p:nvPr/>
        </p:nvSpPr>
        <p:spPr>
          <a:xfrm>
            <a:off x="6526911" y="5003483"/>
            <a:ext cx="2340864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Schnelle und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zuverlässige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Lieferung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sofort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einsatzbereit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9209151" y="4174427"/>
            <a:ext cx="2584704" cy="231648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31071" y="4393883"/>
            <a:ext cx="463296" cy="4632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16287" y="4393883"/>
            <a:ext cx="1755648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Skalierbar</a:t>
            </a:r>
            <a:endParaRPr lang="en-US" sz="1467" dirty="0"/>
          </a:p>
        </p:txBody>
      </p:sp>
      <p:sp>
        <p:nvSpPr>
          <p:cNvPr id="22" name="Text 16"/>
          <p:cNvSpPr/>
          <p:nvPr/>
        </p:nvSpPr>
        <p:spPr>
          <a:xfrm>
            <a:off x="9331071" y="5003483"/>
            <a:ext cx="2340864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Von 30 kVA bis in den MW-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Bereich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– flexibel und skalierbar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75DE4C9A-6FBF-F451-48CB-49D6AC50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631" y="1487773"/>
            <a:ext cx="5669280" cy="1325563"/>
          </a:xfrm>
        </p:spPr>
        <p:txBody>
          <a:bodyPr/>
          <a:lstStyle/>
          <a:p>
            <a:r>
              <a:rPr lang="de-CH" dirty="0"/>
              <a:t>Mehr Power durch Zusammenarbeit.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CED83C8-9572-6A5F-6FD6-6896A8142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18475" y="4047191"/>
            <a:ext cx="2810809" cy="2810809"/>
          </a:xfrm>
          <a:prstGeom prst="rect">
            <a:avLst/>
          </a:prstGeom>
        </p:spPr>
      </p:pic>
      <p:sp>
        <p:nvSpPr>
          <p:cNvPr id="7" name="Titel 2">
            <a:extLst>
              <a:ext uri="{FF2B5EF4-FFF2-40B4-BE49-F238E27FC236}">
                <a16:creationId xmlns:a16="http://schemas.microsoft.com/office/drawing/2014/main" id="{0D52D4E5-1B54-24D3-4271-976DFFC4BF3D}"/>
              </a:ext>
            </a:extLst>
          </p:cNvPr>
          <p:cNvSpPr txBox="1">
            <a:spLocks/>
          </p:cNvSpPr>
          <p:nvPr/>
        </p:nvSpPr>
        <p:spPr>
          <a:xfrm>
            <a:off x="1593669" y="365125"/>
            <a:ext cx="62875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Bereich Power</a:t>
            </a:r>
            <a:endParaRPr lang="de-CH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A65B9FA-2191-C837-37EC-94250F697BE9}"/>
              </a:ext>
            </a:extLst>
          </p:cNvPr>
          <p:cNvSpPr txBox="1"/>
          <p:nvPr/>
        </p:nvSpPr>
        <p:spPr>
          <a:xfrm>
            <a:off x="1133034" y="4123871"/>
            <a:ext cx="20770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latin typeface="+mn-lt"/>
              </a:rPr>
              <a:t>Generatoren</a:t>
            </a:r>
            <a:endParaRPr lang="de-DE" dirty="0">
              <a:latin typeface="+mn-lt"/>
            </a:endParaRPr>
          </a:p>
          <a:p>
            <a:r>
              <a:rPr lang="de-DE" sz="1000" dirty="0"/>
              <a:t>30 kVA – 1‘200 kVA</a:t>
            </a:r>
            <a:endParaRPr lang="de-CH" sz="1000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F92F0B4E-56D9-640D-EA2F-AE78F5826C66}"/>
              </a:ext>
            </a:extLst>
          </p:cNvPr>
          <p:cNvCxnSpPr/>
          <p:nvPr/>
        </p:nvCxnSpPr>
        <p:spPr>
          <a:xfrm>
            <a:off x="1238410" y="4123871"/>
            <a:ext cx="540328" cy="0"/>
          </a:xfrm>
          <a:prstGeom prst="line">
            <a:avLst/>
          </a:prstGeom>
          <a:ln w="38100">
            <a:solidFill>
              <a:srgbClr val="E302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E2532CEC-D9CA-68BF-0DE2-A376177E6B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8479" y="1812398"/>
            <a:ext cx="3429779" cy="2286519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96F8C66-CE58-6634-55A7-9926C4F18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14975" y="1093738"/>
            <a:ext cx="2197135" cy="198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E0A711AD-ADCF-6CD9-9DE1-1C9D8FBE3C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14"/>
          <a:stretch>
            <a:fillRect/>
          </a:stretch>
        </p:blipFill>
        <p:spPr bwMode="auto">
          <a:xfrm>
            <a:off x="8024134" y="3429000"/>
            <a:ext cx="3959399" cy="215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2689D55B-23B7-485F-A418-5EEE5EC8222D}"/>
              </a:ext>
            </a:extLst>
          </p:cNvPr>
          <p:cNvSpPr txBox="1"/>
          <p:nvPr/>
        </p:nvSpPr>
        <p:spPr>
          <a:xfrm>
            <a:off x="6815787" y="3143403"/>
            <a:ext cx="20770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latin typeface="+mn-lt"/>
              </a:rPr>
              <a:t>Batteriespeicher</a:t>
            </a:r>
            <a:endParaRPr lang="de-DE" dirty="0">
              <a:latin typeface="+mn-lt"/>
            </a:endParaRPr>
          </a:p>
          <a:p>
            <a:r>
              <a:rPr lang="de-DE" sz="1000" dirty="0"/>
              <a:t>45 kVA – 1 MW</a:t>
            </a:r>
            <a:endParaRPr lang="de-CH" sz="1000" dirty="0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8AB03C76-289C-FA80-E5FD-7D146E105E14}"/>
              </a:ext>
            </a:extLst>
          </p:cNvPr>
          <p:cNvCxnSpPr/>
          <p:nvPr/>
        </p:nvCxnSpPr>
        <p:spPr>
          <a:xfrm>
            <a:off x="6907993" y="3154447"/>
            <a:ext cx="540328" cy="0"/>
          </a:xfrm>
          <a:prstGeom prst="line">
            <a:avLst/>
          </a:prstGeom>
          <a:ln w="38100">
            <a:solidFill>
              <a:srgbClr val="E302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8BF2A197-5DD6-C8B9-9EEF-C8979DE76A10}"/>
              </a:ext>
            </a:extLst>
          </p:cNvPr>
          <p:cNvSpPr txBox="1"/>
          <p:nvPr/>
        </p:nvSpPr>
        <p:spPr>
          <a:xfrm>
            <a:off x="8068970" y="5364017"/>
            <a:ext cx="244913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latin typeface="+mn-lt"/>
              </a:rPr>
              <a:t>Hybrid Power Packages</a:t>
            </a:r>
            <a:endParaRPr lang="de-DE" dirty="0">
              <a:latin typeface="+mn-lt"/>
            </a:endParaRPr>
          </a:p>
          <a:p>
            <a:r>
              <a:rPr lang="de-DE" sz="1000" dirty="0"/>
              <a:t>30 kVA – 1 MW</a:t>
            </a:r>
            <a:endParaRPr lang="de-CH" sz="1000" dirty="0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560353F9-5743-443F-5D1B-44A7BB6EB091}"/>
              </a:ext>
            </a:extLst>
          </p:cNvPr>
          <p:cNvCxnSpPr/>
          <p:nvPr/>
        </p:nvCxnSpPr>
        <p:spPr>
          <a:xfrm>
            <a:off x="8174346" y="5364017"/>
            <a:ext cx="540328" cy="0"/>
          </a:xfrm>
          <a:prstGeom prst="line">
            <a:avLst/>
          </a:prstGeom>
          <a:ln w="38100">
            <a:solidFill>
              <a:srgbClr val="E302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1035A878-9B5E-589D-507A-74C018FA3A5D}"/>
              </a:ext>
            </a:extLst>
          </p:cNvPr>
          <p:cNvSpPr txBox="1"/>
          <p:nvPr/>
        </p:nvSpPr>
        <p:spPr>
          <a:xfrm>
            <a:off x="3569001" y="4978729"/>
            <a:ext cx="20770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latin typeface="+mn-lt"/>
              </a:rPr>
              <a:t>Lastbänke</a:t>
            </a:r>
            <a:endParaRPr lang="de-DE" dirty="0">
              <a:latin typeface="+mn-lt"/>
            </a:endParaRPr>
          </a:p>
          <a:p>
            <a:r>
              <a:rPr lang="de-DE" sz="1000" dirty="0"/>
              <a:t>230 kW – 6‘300 kVA</a:t>
            </a:r>
            <a:endParaRPr lang="de-CH" sz="1000" dirty="0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759B6BB-A782-DD18-0CF2-FE62C3205D92}"/>
              </a:ext>
            </a:extLst>
          </p:cNvPr>
          <p:cNvCxnSpPr/>
          <p:nvPr/>
        </p:nvCxnSpPr>
        <p:spPr>
          <a:xfrm>
            <a:off x="3674377" y="4978729"/>
            <a:ext cx="540328" cy="0"/>
          </a:xfrm>
          <a:prstGeom prst="line">
            <a:avLst/>
          </a:prstGeom>
          <a:ln w="38100">
            <a:solidFill>
              <a:srgbClr val="E302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60B1E-BDA7-8ACC-5B41-A3CEE653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el 40">
            <a:extLst>
              <a:ext uri="{FF2B5EF4-FFF2-40B4-BE49-F238E27FC236}">
                <a16:creationId xmlns:a16="http://schemas.microsoft.com/office/drawing/2014/main" id="{7C43190C-4969-D020-2ECD-3AEA48998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Mobile Generatoren</a:t>
            </a:r>
          </a:p>
        </p:txBody>
      </p:sp>
      <p:sp>
        <p:nvSpPr>
          <p:cNvPr id="62" name="Inhaltsplatzhalter 61">
            <a:extLst>
              <a:ext uri="{FF2B5EF4-FFF2-40B4-BE49-F238E27FC236}">
                <a16:creationId xmlns:a16="http://schemas.microsoft.com/office/drawing/2014/main" id="{62D53E54-3AF8-E28A-FB34-7BBB21B66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668" y="1825625"/>
            <a:ext cx="8186058" cy="3691255"/>
          </a:xfrm>
        </p:spPr>
        <p:txBody>
          <a:bodyPr/>
          <a:lstStyle/>
          <a:p>
            <a:pPr marL="0" indent="0">
              <a:buNone/>
            </a:pPr>
            <a:r>
              <a:rPr lang="de-CH" dirty="0"/>
              <a:t>Unsere Stage V-Generatoren bieten Kraftstoffeffizienz, Leistung und vollständige Konformität mit der EU-Richtlinie für mittlere Verbrennungsanlagen (MCPD).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30 kVA bis 1‘200 kVA</a:t>
            </a:r>
          </a:p>
          <a:p>
            <a:r>
              <a:rPr lang="de-CH" dirty="0"/>
              <a:t>Emissionsoptimiert</a:t>
            </a:r>
          </a:p>
          <a:p>
            <a:r>
              <a:rPr lang="de-CH" dirty="0"/>
              <a:t>Alternative Kraftstoffe</a:t>
            </a:r>
          </a:p>
          <a:p>
            <a:r>
              <a:rPr lang="de-CH" dirty="0"/>
              <a:t>Leiser Betrieb</a:t>
            </a:r>
          </a:p>
          <a:p>
            <a:r>
              <a:rPr lang="de-CH" dirty="0"/>
              <a:t>Intelligente Steuerung</a:t>
            </a:r>
          </a:p>
          <a:p>
            <a:r>
              <a:rPr lang="de-CH" dirty="0"/>
              <a:t>Einfache Installation &amp; Wartung</a:t>
            </a:r>
            <a:endParaRPr lang="en-US" dirty="0"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66" name="Grafik 65">
            <a:extLst>
              <a:ext uri="{FF2B5EF4-FFF2-40B4-BE49-F238E27FC236}">
                <a16:creationId xmlns:a16="http://schemas.microsoft.com/office/drawing/2014/main" id="{D5065796-D7BD-403B-8BDB-B26150F981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5041" y="2442274"/>
            <a:ext cx="4814316" cy="320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19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CDB96-4145-ED80-EC95-BC7BAD68A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rafik 65">
            <a:extLst>
              <a:ext uri="{FF2B5EF4-FFF2-40B4-BE49-F238E27FC236}">
                <a16:creationId xmlns:a16="http://schemas.microsoft.com/office/drawing/2014/main" id="{77F74D99-9A6E-7257-31B6-FF80D923E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0034" y="2755126"/>
            <a:ext cx="3053710" cy="2761754"/>
          </a:xfrm>
          <a:prstGeom prst="rect">
            <a:avLst/>
          </a:prstGeom>
        </p:spPr>
      </p:pic>
      <p:sp>
        <p:nvSpPr>
          <p:cNvPr id="41" name="Titel 40">
            <a:extLst>
              <a:ext uri="{FF2B5EF4-FFF2-40B4-BE49-F238E27FC236}">
                <a16:creationId xmlns:a16="http://schemas.microsoft.com/office/drawing/2014/main" id="{80CDF103-9D9B-E82A-52BD-ED762910D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Mobile Batteriespeicher</a:t>
            </a:r>
          </a:p>
        </p:txBody>
      </p:sp>
      <p:sp>
        <p:nvSpPr>
          <p:cNvPr id="62" name="Inhaltsplatzhalter 61">
            <a:extLst>
              <a:ext uri="{FF2B5EF4-FFF2-40B4-BE49-F238E27FC236}">
                <a16:creationId xmlns:a16="http://schemas.microsoft.com/office/drawing/2014/main" id="{E6C3ECB5-3F74-C87E-86A3-89E85371B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668" y="1825625"/>
            <a:ext cx="8186058" cy="3691255"/>
          </a:xfrm>
        </p:spPr>
        <p:txBody>
          <a:bodyPr/>
          <a:lstStyle/>
          <a:p>
            <a:pPr marL="0" indent="0">
              <a:buNone/>
            </a:pPr>
            <a:r>
              <a:rPr lang="de-CH" dirty="0"/>
              <a:t>Unsere Batterie-Energiespeichersysteme (BESS) speichern Energie, wenn sie verfügbar ist, und stellen sie bereit, wenn sie gebraucht wird.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45 kVA bis 1 MW – Skalierbar </a:t>
            </a:r>
          </a:p>
          <a:p>
            <a:r>
              <a:rPr lang="de-CH" dirty="0"/>
              <a:t>Intelligentes Energiemanagement</a:t>
            </a:r>
          </a:p>
          <a:p>
            <a:r>
              <a:rPr lang="de-CH" dirty="0"/>
              <a:t>Flexible Einsatzmöglichkeiten</a:t>
            </a:r>
          </a:p>
          <a:p>
            <a:r>
              <a:rPr lang="de-CH" dirty="0"/>
              <a:t>Nachhaltig &amp; kosteneffizient</a:t>
            </a:r>
          </a:p>
          <a:p>
            <a:r>
              <a:rPr lang="de-CH" dirty="0"/>
              <a:t>Plug &amp; Play-Integration</a:t>
            </a:r>
          </a:p>
          <a:p>
            <a:r>
              <a:rPr lang="de-CH" dirty="0"/>
              <a:t>Fernüberwachung &amp; Support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66726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BD7E-BA9F-0627-90D0-83FB6109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el 40">
            <a:extLst>
              <a:ext uri="{FF2B5EF4-FFF2-40B4-BE49-F238E27FC236}">
                <a16:creationId xmlns:a16="http://schemas.microsoft.com/office/drawing/2014/main" id="{F5D668C1-DA73-B06D-353D-E78EE403D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Mobile Batteriespeicher</a:t>
            </a:r>
          </a:p>
        </p:txBody>
      </p:sp>
      <p:sp>
        <p:nvSpPr>
          <p:cNvPr id="62" name="Inhaltsplatzhalter 61">
            <a:extLst>
              <a:ext uri="{FF2B5EF4-FFF2-40B4-BE49-F238E27FC236}">
                <a16:creationId xmlns:a16="http://schemas.microsoft.com/office/drawing/2014/main" id="{BA0B9132-485E-04C3-4D61-22039C30C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668" y="1825625"/>
            <a:ext cx="8186058" cy="3691255"/>
          </a:xfrm>
        </p:spPr>
        <p:txBody>
          <a:bodyPr/>
          <a:lstStyle/>
          <a:p>
            <a:pPr marL="0" indent="0">
              <a:buNone/>
            </a:pPr>
            <a:r>
              <a:rPr lang="de-CH" dirty="0"/>
              <a:t>Durch die Kombination von Generatoren und Batteriespeichern (BESS) entsteht eine hocheffiziente, skalierbare Hybridlösung.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30 kVA bis 1 MW</a:t>
            </a:r>
          </a:p>
          <a:p>
            <a:r>
              <a:rPr lang="de-CH" dirty="0"/>
              <a:t>Optimierter Betrieb und geringerer Verbrauch</a:t>
            </a:r>
          </a:p>
          <a:p>
            <a:r>
              <a:rPr lang="de-CH" dirty="0"/>
              <a:t>Automatisches Lastmanagement</a:t>
            </a:r>
          </a:p>
          <a:p>
            <a:r>
              <a:rPr lang="de-CH" dirty="0"/>
              <a:t>Einfache Integration erneuerbarer Energien</a:t>
            </a:r>
          </a:p>
          <a:p>
            <a:r>
              <a:rPr lang="de-CH" dirty="0"/>
              <a:t>Skalierbar und schnell einsatzbereit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5EE1678-0838-F030-E7EA-34EAB1E77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65" t="31751" r="20153" b="6961"/>
          <a:stretch>
            <a:fillRect/>
          </a:stretch>
        </p:blipFill>
        <p:spPr bwMode="auto">
          <a:xfrm>
            <a:off x="7188109" y="2561535"/>
            <a:ext cx="3851910" cy="295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291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26720" y="1472184"/>
            <a:ext cx="3657600" cy="243840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024" y="1679448"/>
            <a:ext cx="463296" cy="463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8240" y="1679448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Industrie, Produktion &amp; Chemie/Pharma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3024" y="2301240"/>
            <a:ext cx="3364992" cy="1438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Produktionsausfallschutz, PQ-kritische Prozesse, USV-Absicherung, NEA-Pflicht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91584" y="1472184"/>
            <a:ext cx="3657600" cy="243840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37888" y="1679448"/>
            <a:ext cx="463296" cy="4632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3104" y="1679448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Data Center, </a:t>
            </a:r>
            <a:r>
              <a:rPr lang="en-US" sz="140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Telekommunikation</a:t>
            </a: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&amp; 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37888" y="2301240"/>
            <a:ext cx="3364992" cy="1438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Höchste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Verfügbarkeit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PQ-sensitiv,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Redundanzlösungen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56448" y="1472184"/>
            <a:ext cx="3657600" cy="243840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02752" y="1679448"/>
            <a:ext cx="463296" cy="4632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87968" y="1679448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Spitäler &amp; Gesundheit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02752" y="2301240"/>
            <a:ext cx="3364992" cy="1438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Gesetzliche NEA-Pflicht (NIV Art. 13), </a:t>
            </a:r>
          </a:p>
          <a:p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24/7-Betrieb, IEC 62040-3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26720" y="4130040"/>
            <a:ext cx="3657600" cy="243840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sz="2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024" y="4337304"/>
            <a:ext cx="463296" cy="4632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58240" y="4337304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Kritische</a:t>
            </a:r>
            <a:r>
              <a:rPr lang="en-US" sz="14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Infrastruktur</a:t>
            </a:r>
            <a:r>
              <a:rPr lang="en-US" sz="14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de-DE" sz="1400" dirty="0">
                <a:solidFill>
                  <a:schemeClr val="bg1"/>
                </a:solidFill>
              </a:rPr>
              <a:t>Notstrom, Katastrophenschutz</a:t>
            </a:r>
          </a:p>
        </p:txBody>
      </p:sp>
      <p:sp>
        <p:nvSpPr>
          <p:cNvPr id="24" name="Text 18"/>
          <p:cNvSpPr/>
          <p:nvPr/>
        </p:nvSpPr>
        <p:spPr>
          <a:xfrm>
            <a:off x="573024" y="4959096"/>
            <a:ext cx="3364992" cy="1438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Wasserwerke, ARA,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Energieversorger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Gemeinden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291584" y="4130040"/>
            <a:ext cx="3657600" cy="243840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37888" y="4337304"/>
            <a:ext cx="463296" cy="4632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23104" y="4337304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Bauprojekte</a:t>
            </a:r>
            <a:r>
              <a:rPr lang="en-US" sz="14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9" name="Text 22"/>
          <p:cNvSpPr/>
          <p:nvPr/>
        </p:nvSpPr>
        <p:spPr>
          <a:xfrm>
            <a:off x="4437888" y="4959096"/>
            <a:ext cx="3364992" cy="1438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Temporäre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Anschlüsse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Stromversorgung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für Baustellen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30" name="Shape 23"/>
          <p:cNvSpPr/>
          <p:nvPr/>
        </p:nvSpPr>
        <p:spPr>
          <a:xfrm>
            <a:off x="8156448" y="4130040"/>
            <a:ext cx="3657600" cy="2438400"/>
          </a:xfrm>
          <a:prstGeom prst="rect">
            <a:avLst/>
          </a:prstGeom>
          <a:solidFill>
            <a:srgbClr val="5859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pic>
        <p:nvPicPr>
          <p:cNvPr id="32" name="Image 5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8561" y="4397847"/>
            <a:ext cx="747134" cy="29344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49893" y="4337304"/>
            <a:ext cx="280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433388">
              <a:spcBef>
                <a:spcPct val="0"/>
              </a:spcBef>
              <a:spcAft>
                <a:spcPts val="300"/>
              </a:spcAft>
            </a:pPr>
            <a:r>
              <a:rPr lang="de-DE" sz="1400" dirty="0">
                <a:solidFill>
                  <a:schemeClr val="bg1"/>
                </a:solidFill>
              </a:rPr>
              <a:t>Events &amp; Messen</a:t>
            </a:r>
            <a:endParaRPr lang="de-CH" sz="1400" dirty="0">
              <a:solidFill>
                <a:schemeClr val="bg1"/>
              </a:solidFill>
            </a:endParaRPr>
          </a:p>
        </p:txBody>
      </p:sp>
      <p:sp>
        <p:nvSpPr>
          <p:cNvPr id="34" name="Text 26"/>
          <p:cNvSpPr/>
          <p:nvPr/>
        </p:nvSpPr>
        <p:spPr>
          <a:xfrm>
            <a:off x="8302752" y="4959096"/>
            <a:ext cx="3364992" cy="1438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Temporäre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Stromversorgung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für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Messen</a:t>
            </a:r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n-US" sz="1267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267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Grossveranstaltungen</a:t>
            </a:r>
            <a:endParaRPr lang="en-US" sz="1267" dirty="0">
              <a:solidFill>
                <a:schemeClr val="bg1"/>
              </a:solidFill>
            </a:endParaRPr>
          </a:p>
        </p:txBody>
      </p:sp>
      <p:sp>
        <p:nvSpPr>
          <p:cNvPr id="56" name="Titel 55">
            <a:extLst>
              <a:ext uri="{FF2B5EF4-FFF2-40B4-BE49-F238E27FC236}">
                <a16:creationId xmlns:a16="http://schemas.microsoft.com/office/drawing/2014/main" id="{FF5202EB-03CD-5C8C-DEB9-697594C4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Einsatzgebiete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F4EF-7204-66FB-87D4-539AE9507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el 40">
            <a:extLst>
              <a:ext uri="{FF2B5EF4-FFF2-40B4-BE49-F238E27FC236}">
                <a16:creationId xmlns:a16="http://schemas.microsoft.com/office/drawing/2014/main" id="{7CD77911-04DA-AC73-13A6-A4EC08851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Aggreko</a:t>
            </a:r>
            <a:r>
              <a:rPr lang="de-CH" dirty="0"/>
              <a:t> Portfolio</a:t>
            </a:r>
          </a:p>
        </p:txBody>
      </p:sp>
      <p:sp>
        <p:nvSpPr>
          <p:cNvPr id="62" name="Inhaltsplatzhalter 61">
            <a:extLst>
              <a:ext uri="{FF2B5EF4-FFF2-40B4-BE49-F238E27FC236}">
                <a16:creationId xmlns:a16="http://schemas.microsoft.com/office/drawing/2014/main" id="{A0480363-03B4-D073-CB3F-360DF2FE8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668" y="1825625"/>
            <a:ext cx="9442742" cy="36912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dirty="0"/>
              <a:t>Kunden von Mobil in Time profitieren zusätzlich von </a:t>
            </a:r>
            <a:r>
              <a:rPr lang="de-CH" dirty="0" err="1"/>
              <a:t>Aggrekos</a:t>
            </a:r>
            <a:r>
              <a:rPr lang="de-CH" dirty="0"/>
              <a:t> vielfältigem Angebot, darunter USV-Anlagen von 3 bis 200 kW, Stromverteilung, Transformatoren sowie passendes Zubehör wie Kabel und Steckverbindungen, das bei fast jedem Projekt zum Einsatz kommt.</a:t>
            </a:r>
          </a:p>
          <a:p>
            <a:pPr marL="0" indent="0">
              <a:buNone/>
            </a:pPr>
            <a:endParaRPr lang="de-CH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1D634B4-C729-0775-A112-A7B981D51C37}"/>
              </a:ext>
            </a:extLst>
          </p:cNvPr>
          <p:cNvSpPr txBox="1"/>
          <p:nvPr/>
        </p:nvSpPr>
        <p:spPr>
          <a:xfrm>
            <a:off x="934595" y="5468219"/>
            <a:ext cx="2695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Transform</a:t>
            </a:r>
            <a:r>
              <a:rPr lang="de-DE" sz="1600" dirty="0">
                <a:latin typeface="+mn-lt"/>
              </a:rPr>
              <a:t>atoren (NS &amp; MS)</a:t>
            </a:r>
            <a:endParaRPr lang="de-DE" dirty="0">
              <a:latin typeface="+mn-lt"/>
            </a:endParaRPr>
          </a:p>
          <a:p>
            <a:r>
              <a:rPr lang="de-DE" sz="1000" dirty="0"/>
              <a:t>2‘500 kVA – 6‘300 kVA</a:t>
            </a:r>
            <a:endParaRPr lang="de-CH" sz="1000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3D28F223-2AE3-061D-E6C6-BC4361833403}"/>
              </a:ext>
            </a:extLst>
          </p:cNvPr>
          <p:cNvCxnSpPr/>
          <p:nvPr/>
        </p:nvCxnSpPr>
        <p:spPr>
          <a:xfrm>
            <a:off x="1039971" y="5468219"/>
            <a:ext cx="540328" cy="0"/>
          </a:xfrm>
          <a:prstGeom prst="line">
            <a:avLst/>
          </a:prstGeom>
          <a:ln w="38100">
            <a:solidFill>
              <a:srgbClr val="E302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BBA19D9D-0F36-9468-8C41-0D801BBEC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577" y="3105545"/>
            <a:ext cx="2814103" cy="2814103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7017ED0-67BC-DEF4-EFB9-6FFD085A7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71180" y="2925590"/>
            <a:ext cx="2449640" cy="120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632E254-3E9F-DDDB-09FA-346189E8AB89}"/>
              </a:ext>
            </a:extLst>
          </p:cNvPr>
          <p:cNvSpPr txBox="1"/>
          <p:nvPr/>
        </p:nvSpPr>
        <p:spPr>
          <a:xfrm>
            <a:off x="5309562" y="4314604"/>
            <a:ext cx="20770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600" dirty="0"/>
              <a:t>Schaltanlagen &amp; Lastumschaltung </a:t>
            </a:r>
            <a:endParaRPr lang="de-CH" sz="1000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C179C2B-79DE-9696-2E80-57C24F96E36D}"/>
              </a:ext>
            </a:extLst>
          </p:cNvPr>
          <p:cNvCxnSpPr/>
          <p:nvPr/>
        </p:nvCxnSpPr>
        <p:spPr>
          <a:xfrm>
            <a:off x="5401768" y="4325648"/>
            <a:ext cx="540328" cy="0"/>
          </a:xfrm>
          <a:prstGeom prst="line">
            <a:avLst/>
          </a:prstGeom>
          <a:ln w="38100">
            <a:solidFill>
              <a:srgbClr val="E302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ED9AF1C7-F1BF-D6C8-E4FC-DB5D5763D36E}"/>
              </a:ext>
            </a:extLst>
          </p:cNvPr>
          <p:cNvSpPr txBox="1"/>
          <p:nvPr/>
        </p:nvSpPr>
        <p:spPr>
          <a:xfrm>
            <a:off x="8647279" y="5088309"/>
            <a:ext cx="244913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Stromverteiler </a:t>
            </a:r>
          </a:p>
          <a:p>
            <a:r>
              <a:rPr lang="de-DE" sz="1000" dirty="0"/>
              <a:t>inklusive Powerlock</a:t>
            </a:r>
            <a:endParaRPr lang="de-CH" sz="1000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1F27AE4-1868-D8B0-75EC-54D1A5D9CB64}"/>
              </a:ext>
            </a:extLst>
          </p:cNvPr>
          <p:cNvCxnSpPr/>
          <p:nvPr/>
        </p:nvCxnSpPr>
        <p:spPr>
          <a:xfrm>
            <a:off x="8752655" y="5088309"/>
            <a:ext cx="540328" cy="0"/>
          </a:xfrm>
          <a:prstGeom prst="line">
            <a:avLst/>
          </a:prstGeom>
          <a:ln w="38100">
            <a:solidFill>
              <a:srgbClr val="E302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F2E5B6EB-A8EE-B577-0FF5-A4998CF9F69D}"/>
              </a:ext>
            </a:extLst>
          </p:cNvPr>
          <p:cNvSpPr txBox="1"/>
          <p:nvPr/>
        </p:nvSpPr>
        <p:spPr>
          <a:xfrm>
            <a:off x="4637650" y="5883545"/>
            <a:ext cx="30915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EV-Lader &amp; PV-Anlagen (Solar)</a:t>
            </a:r>
          </a:p>
          <a:p>
            <a:r>
              <a:rPr lang="de-CH" sz="1000" dirty="0"/>
              <a:t>22 bis 120 kW</a:t>
            </a:r>
            <a:r>
              <a:rPr lang="de-DE" sz="1000" dirty="0"/>
              <a:t> 	      bis 60 kW</a:t>
            </a:r>
            <a:endParaRPr lang="de-DE" sz="1000" dirty="0">
              <a:latin typeface="+mn-lt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1891DF08-949F-672C-C208-B077A8340960}"/>
              </a:ext>
            </a:extLst>
          </p:cNvPr>
          <p:cNvCxnSpPr/>
          <p:nvPr/>
        </p:nvCxnSpPr>
        <p:spPr>
          <a:xfrm>
            <a:off x="4743027" y="5883545"/>
            <a:ext cx="540328" cy="0"/>
          </a:xfrm>
          <a:prstGeom prst="line">
            <a:avLst/>
          </a:prstGeom>
          <a:ln w="38100">
            <a:solidFill>
              <a:srgbClr val="E302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9460A9DF-8153-BA44-3602-2798788087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08" t="2915" r="27473" b="2915"/>
          <a:stretch>
            <a:fillRect/>
          </a:stretch>
        </p:blipFill>
        <p:spPr bwMode="auto">
          <a:xfrm>
            <a:off x="8822123" y="3429000"/>
            <a:ext cx="1455467" cy="1482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5131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3549E-2365-1EF3-DCF8-C2E7B56A3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Power-Quality-Messung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996CDC-B539-5EDC-9BB6-3273F60C0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Mobil in Time bietet zertifizierte PQ-Messung nach IEC 61000-4-30 Klasse A mit EN 50160-Reporting.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Präzise Messung und Dokumentation von Spannungen, Strömen und Frequenz</a:t>
            </a:r>
          </a:p>
          <a:p>
            <a:r>
              <a:rPr lang="de-CH" dirty="0"/>
              <a:t>Früherkennung von Störungen und Schutz vor Ausfällen</a:t>
            </a:r>
          </a:p>
          <a:p>
            <a:r>
              <a:rPr lang="de-CH" dirty="0"/>
              <a:t>Erhöhte Betriebssicherheit durch stabile Stromqualität </a:t>
            </a:r>
          </a:p>
          <a:p>
            <a:r>
              <a:rPr lang="de-CH" dirty="0"/>
              <a:t>Qualitätsnachweis und Transparenz für Kunden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EA7C859-389D-EA21-0F12-42EE08C2B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13457" r="3831" b="11395"/>
          <a:stretch>
            <a:fillRect/>
          </a:stretch>
        </p:blipFill>
        <p:spPr>
          <a:xfrm>
            <a:off x="7501811" y="3326355"/>
            <a:ext cx="3498981" cy="285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02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D40EEF08-BFC9-0605-0217-1248B39833C8}"/>
              </a:ext>
            </a:extLst>
          </p:cNvPr>
          <p:cNvSpPr/>
          <p:nvPr/>
        </p:nvSpPr>
        <p:spPr>
          <a:xfrm>
            <a:off x="6942349" y="1567379"/>
            <a:ext cx="3706618" cy="40233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CH" dirty="0"/>
          </a:p>
        </p:txBody>
      </p:sp>
      <p:sp>
        <p:nvSpPr>
          <p:cNvPr id="4" name="Text 2"/>
          <p:cNvSpPr/>
          <p:nvPr/>
        </p:nvSpPr>
        <p:spPr>
          <a:xfrm>
            <a:off x="1057275" y="487680"/>
            <a:ext cx="6705600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dirty="0">
                <a:latin typeface="+mj-lt"/>
                <a:ea typeface="Calibri" pitchFamily="34" charset="-122"/>
                <a:cs typeface="Calibri" pitchFamily="34" charset="-120"/>
              </a:rPr>
              <a:t>Bereit für Ihr</a:t>
            </a:r>
            <a:endParaRPr lang="en-US" sz="4800" dirty="0">
              <a:latin typeface="+mj-lt"/>
            </a:endParaRPr>
          </a:p>
          <a:p>
            <a:r>
              <a:rPr lang="en-US" sz="4800" dirty="0">
                <a:latin typeface="+mj-lt"/>
                <a:ea typeface="Calibri" pitchFamily="34" charset="-122"/>
                <a:cs typeface="Calibri" pitchFamily="34" charset="-120"/>
              </a:rPr>
              <a:t>nächstes</a:t>
            </a:r>
            <a:endParaRPr lang="en-US" sz="4800" dirty="0">
              <a:latin typeface="+mj-lt"/>
            </a:endParaRPr>
          </a:p>
          <a:p>
            <a:r>
              <a:rPr lang="en-US" sz="4800" dirty="0">
                <a:latin typeface="+mj-lt"/>
                <a:ea typeface="Calibri" pitchFamily="34" charset="-122"/>
                <a:cs typeface="Calibri" pitchFamily="34" charset="-120"/>
              </a:rPr>
              <a:t>Stromprojekt?</a:t>
            </a:r>
            <a:endParaRPr lang="en-US" sz="4800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57275" y="3779520"/>
            <a:ext cx="1828800" cy="67056"/>
          </a:xfrm>
          <a:prstGeom prst="rect">
            <a:avLst/>
          </a:prstGeom>
          <a:solidFill>
            <a:srgbClr val="E00036"/>
          </a:solidFill>
          <a:ln/>
        </p:spPr>
        <p:txBody>
          <a:bodyPr/>
          <a:lstStyle/>
          <a:p>
            <a:endParaRPr lang="de-CH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503" y="4858243"/>
            <a:ext cx="181623" cy="181623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503" y="5203677"/>
            <a:ext cx="181623" cy="181623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503" y="4518939"/>
            <a:ext cx="181623" cy="1816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64269" y="1811219"/>
            <a:ext cx="39014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933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2DE8E116-0920-F7A6-A513-67EB3E9EC9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0322" y="2112442"/>
            <a:ext cx="2905765" cy="1936704"/>
          </a:xfrm>
          <a:prstGeom prst="rect">
            <a:avLst/>
          </a:prstGeom>
        </p:spPr>
      </p:pic>
      <p:sp>
        <p:nvSpPr>
          <p:cNvPr id="19" name="Inhaltsplatzhalter 11">
            <a:extLst>
              <a:ext uri="{FF2B5EF4-FFF2-40B4-BE49-F238E27FC236}">
                <a16:creationId xmlns:a16="http://schemas.microsoft.com/office/drawing/2014/main" id="{445F739D-68F4-27D5-16E7-83C604179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275" y="4191452"/>
            <a:ext cx="4772025" cy="2104584"/>
          </a:xfrm>
        </p:spPr>
        <p:txBody>
          <a:bodyPr/>
          <a:lstStyle/>
          <a:p>
            <a:r>
              <a:rPr lang="en-US" dirty="0">
                <a:ea typeface="Calibri" pitchFamily="34" charset="-122"/>
                <a:cs typeface="Calibri" pitchFamily="34" charset="-120"/>
              </a:rPr>
              <a:t>Full-Service-</a:t>
            </a:r>
            <a:r>
              <a:rPr lang="en-US" dirty="0" err="1">
                <a:ea typeface="Calibri" pitchFamily="34" charset="-122"/>
                <a:cs typeface="Calibri" pitchFamily="34" charset="-120"/>
              </a:rPr>
              <a:t>Lösungen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ea typeface="Calibri" pitchFamily="34" charset="-122"/>
                <a:cs typeface="Calibri" pitchFamily="34" charset="-120"/>
              </a:rPr>
              <a:t>aus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ea typeface="Calibri" pitchFamily="34" charset="-122"/>
                <a:cs typeface="Calibri" pitchFamily="34" charset="-120"/>
              </a:rPr>
              <a:t>einer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Hand</a:t>
            </a:r>
          </a:p>
          <a:p>
            <a:r>
              <a:rPr lang="en-US" dirty="0" err="1">
                <a:ea typeface="Calibri" pitchFamily="34" charset="-122"/>
                <a:cs typeface="Calibri" pitchFamily="34" charset="-120"/>
              </a:rPr>
              <a:t>Kostenlose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ea typeface="Calibri" pitchFamily="34" charset="-122"/>
                <a:cs typeface="Calibri" pitchFamily="34" charset="-120"/>
              </a:rPr>
              <a:t>Beratung</a:t>
            </a:r>
            <a:endParaRPr lang="en-US" dirty="0"/>
          </a:p>
          <a:p>
            <a:r>
              <a:rPr lang="en-US" dirty="0" err="1">
                <a:ea typeface="Calibri" pitchFamily="34" charset="-122"/>
                <a:cs typeface="Calibri" pitchFamily="34" charset="-120"/>
              </a:rPr>
              <a:t>Schnellangebot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ea typeface="Calibri" pitchFamily="34" charset="-122"/>
                <a:cs typeface="Calibri" pitchFamily="34" charset="-120"/>
              </a:rPr>
              <a:t>innert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24h</a:t>
            </a:r>
            <a:endParaRPr lang="en-US" dirty="0"/>
          </a:p>
          <a:p>
            <a:r>
              <a:rPr lang="en-US" dirty="0">
                <a:ea typeface="Calibri" pitchFamily="34" charset="-122"/>
                <a:cs typeface="Calibri" pitchFamily="34" charset="-120"/>
              </a:rPr>
              <a:t>24/7 </a:t>
            </a:r>
            <a:r>
              <a:rPr lang="en-US" dirty="0" err="1">
                <a:ea typeface="Calibri" pitchFamily="34" charset="-122"/>
                <a:cs typeface="Calibri" pitchFamily="34" charset="-120"/>
              </a:rPr>
              <a:t>Notfallservice</a:t>
            </a:r>
            <a:endParaRPr lang="en-US" dirty="0"/>
          </a:p>
          <a:p>
            <a:endParaRPr lang="de-CH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0E25EFCC-65FC-9CC5-89C6-70160ADFB7F9}"/>
              </a:ext>
            </a:extLst>
          </p:cNvPr>
          <p:cNvSpPr/>
          <p:nvPr/>
        </p:nvSpPr>
        <p:spPr>
          <a:xfrm>
            <a:off x="7502381" y="4146398"/>
            <a:ext cx="2867446" cy="1692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800" dirty="0">
              <a:ea typeface="Calibri" pitchFamily="34" charset="-122"/>
              <a:cs typeface="Calibri" pitchFamily="34" charset="-120"/>
            </a:endParaRPr>
          </a:p>
          <a:p>
            <a:endParaRPr lang="en-US" sz="1100" dirty="0"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ea typeface="Calibri" pitchFamily="34" charset="-122"/>
                <a:cs typeface="Calibri" pitchFamily="34" charset="-120"/>
              </a:rPr>
              <a:t>Sales Engineer Strom Schweiz</a:t>
            </a:r>
          </a:p>
          <a:p>
            <a:endParaRPr lang="en-US" sz="1000" dirty="0"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ea typeface="Calibri" pitchFamily="34" charset="-122"/>
                <a:cs typeface="Calibri" pitchFamily="34" charset="-120"/>
              </a:rPr>
              <a:t>+41 76 202 01 70</a:t>
            </a:r>
          </a:p>
          <a:p>
            <a:endParaRPr lang="en-US" sz="1000" dirty="0"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ea typeface="Calibri" pitchFamily="34" charset="-122"/>
                <a:cs typeface="Calibri" pitchFamily="34" charset="-120"/>
              </a:rPr>
              <a:t>uecoez@mobilintime.com</a:t>
            </a:r>
          </a:p>
          <a:p>
            <a:endParaRPr lang="en-US" sz="1200" dirty="0">
              <a:ea typeface="Calibri" pitchFamily="34" charset="-122"/>
              <a:cs typeface="Calibri" pitchFamily="34" charset="-120"/>
            </a:endParaRPr>
          </a:p>
          <a:p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6B81368-8EEA-95D0-A9D6-C1B37F5825E4}"/>
              </a:ext>
            </a:extLst>
          </p:cNvPr>
          <p:cNvSpPr/>
          <p:nvPr/>
        </p:nvSpPr>
        <p:spPr>
          <a:xfrm>
            <a:off x="7273172" y="1691066"/>
            <a:ext cx="2867446" cy="696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err="1">
                <a:solidFill>
                  <a:srgbClr val="E00036"/>
                </a:solidFill>
                <a:latin typeface="+mj-lt"/>
                <a:ea typeface="Calibri" pitchFamily="34" charset="-122"/>
                <a:cs typeface="Calibri" pitchFamily="34" charset="-120"/>
              </a:rPr>
              <a:t>Ihr</a:t>
            </a:r>
            <a:r>
              <a:rPr lang="en-US" sz="1600" dirty="0">
                <a:solidFill>
                  <a:srgbClr val="E00036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00036"/>
                </a:solidFill>
                <a:latin typeface="+mj-lt"/>
                <a:ea typeface="Calibri" pitchFamily="34" charset="-122"/>
                <a:cs typeface="Calibri" pitchFamily="34" charset="-120"/>
              </a:rPr>
              <a:t>Ansprechpartner</a:t>
            </a:r>
            <a:endParaRPr lang="en-US" sz="1600" dirty="0">
              <a:solidFill>
                <a:srgbClr val="E00036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1200" dirty="0">
              <a:ea typeface="Calibri" pitchFamily="34" charset="-122"/>
              <a:cs typeface="Calibri" pitchFamily="34" charset="-120"/>
            </a:endParaRPr>
          </a:p>
          <a:p>
            <a:endParaRPr lang="en-US" sz="12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A164CF1-BC35-AB10-AE51-21EAFF56135C}"/>
              </a:ext>
            </a:extLst>
          </p:cNvPr>
          <p:cNvSpPr txBox="1"/>
          <p:nvPr/>
        </p:nvSpPr>
        <p:spPr>
          <a:xfrm>
            <a:off x="7263647" y="4149449"/>
            <a:ext cx="2962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  <a:ea typeface="Calibri" pitchFamily="34" charset="-122"/>
                <a:cs typeface="Calibri" pitchFamily="34" charset="-120"/>
              </a:rPr>
              <a:t>Burak Ücöz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2E2A06-B351-047B-8291-A9146D0E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Vielen Dank. </a:t>
            </a:r>
          </a:p>
        </p:txBody>
      </p:sp>
    </p:spTree>
    <p:extLst>
      <p:ext uri="{BB962C8B-B14F-4D97-AF65-F5344CB8AC3E}">
        <p14:creationId xmlns:p14="http://schemas.microsoft.com/office/powerpoint/2010/main" val="4259219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chriftarten MiT_ab_2021">
      <a:majorFont>
        <a:latin typeface="Alata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CF6CAFF9-42BB-4E45-AAD0-138463FC66B6}" vid="{4080DF66-D807-473F-B2D8-B94D420065B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81AC30EB9537A49AF48C735E80D08C6" ma:contentTypeVersion="15" ma:contentTypeDescription="Ein neues Dokument erstellen." ma:contentTypeScope="" ma:versionID="eebee769a3460c40acc337d4501e840b">
  <xsd:schema xmlns:xsd="http://www.w3.org/2001/XMLSchema" xmlns:xs="http://www.w3.org/2001/XMLSchema" xmlns:p="http://schemas.microsoft.com/office/2006/metadata/properties" xmlns:ns2="c3bc38b3-6449-4a1c-a380-47d6575fb472" xmlns:ns3="50b5a504-641a-4807-83f9-f08ddca33ab4" targetNamespace="http://schemas.microsoft.com/office/2006/metadata/properties" ma:root="true" ma:fieldsID="cb83f664cfc6bf2969c499e089e8de19" ns2:_="" ns3:_="">
    <xsd:import namespace="c3bc38b3-6449-4a1c-a380-47d6575fb472"/>
    <xsd:import namespace="50b5a504-641a-4807-83f9-f08ddca33a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bc38b3-6449-4a1c-a380-47d6575fb4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6583c19e-58ea-46dc-918b-99ad88035b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5a504-641a-4807-83f9-f08ddca33ab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15867dd-cfca-4df0-9cb6-6d4e724f97fb}" ma:internalName="TaxCatchAll" ma:showField="CatchAllData" ma:web="50b5a504-641a-4807-83f9-f08ddca33a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0b5a504-641a-4807-83f9-f08ddca33ab4" xsi:nil="true"/>
    <lcf76f155ced4ddcb4097134ff3c332f xmlns="c3bc38b3-6449-4a1c-a380-47d6575fb47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648FF-40EE-4ECD-94D7-CDB8253A13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bc38b3-6449-4a1c-a380-47d6575fb472"/>
    <ds:schemaRef ds:uri="50b5a504-641a-4807-83f9-f08ddca33a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A0E9496-5E67-4C84-A139-32CD2A62BEF6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c3bc38b3-6449-4a1c-a380-47d6575fb472"/>
    <ds:schemaRef ds:uri="http://schemas.microsoft.com/office/infopath/2007/PartnerControls"/>
    <ds:schemaRef ds:uri="50b5a504-641a-4807-83f9-f08ddca33ab4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C261B7D-0959-49C5-8C92-09BACBA42A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743</Words>
  <Application>Microsoft Office PowerPoint</Application>
  <PresentationFormat>Breitbild</PresentationFormat>
  <Paragraphs>194</Paragraphs>
  <Slides>15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Alata</vt:lpstr>
      <vt:lpstr>Aptos</vt:lpstr>
      <vt:lpstr>Arial</vt:lpstr>
      <vt:lpstr>Calibri</vt:lpstr>
      <vt:lpstr>IBM Plex Sans</vt:lpstr>
      <vt:lpstr>Office</vt:lpstr>
      <vt:lpstr>Mobil in Time AG</vt:lpstr>
      <vt:lpstr>PowerPoint-Präsentation</vt:lpstr>
      <vt:lpstr>PowerPoint-Präsentation</vt:lpstr>
      <vt:lpstr>PowerPoint-Präsentation</vt:lpstr>
      <vt:lpstr>Unser Portfolio</vt:lpstr>
      <vt:lpstr>Mehr Power durch Zusammenarbeit.</vt:lpstr>
      <vt:lpstr>PowerPoint-Präsentation</vt:lpstr>
      <vt:lpstr>Mobile Generatoren</vt:lpstr>
      <vt:lpstr>Mobile Batteriespeicher</vt:lpstr>
      <vt:lpstr>Mobile Batteriespeicher</vt:lpstr>
      <vt:lpstr>Einsatzgebiete</vt:lpstr>
      <vt:lpstr>Aggreko Portfolio</vt:lpstr>
      <vt:lpstr>Power-Quality-Messung</vt:lpstr>
      <vt:lpstr>PowerPoint-Präsentation</vt:lpstr>
      <vt:lpstr>Vielen Dank.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Sascha Promberger</dc:creator>
  <cp:lastModifiedBy>Sascha Promberger</cp:lastModifiedBy>
  <cp:revision>74</cp:revision>
  <dcterms:created xsi:type="dcterms:W3CDTF">2026-05-28T08:15:02Z</dcterms:created>
  <dcterms:modified xsi:type="dcterms:W3CDTF">2026-07-13T13:39:22Z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0x010100A81AC30EB9537A49AF48C735E80D08C6</vt:lpwstr>
  </property>
  <property fmtid="{D5CDD505-2E9C-101B-9397-08002B2CF9AE}" pid="3" name="MediaServiceImageTags">
    <vt:lpwstr/>
  </property>
</Properties>
</file>