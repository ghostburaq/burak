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Nicht vorlesen. Dieses Deck ist Vorbereitung und stilles Backup, kein Vortrag. Nur zeigen, wenn ein Moment entsteht, in dem es passt.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Jahreszahlen vor dem Termin gegen CV und LinkedIn prüfen.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Kontaktdaten vor dem Termin einsetzen.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8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GESPRÄCH · 8. SEPTEMBER 2026 · BADEN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Burak Ücöz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992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Elektroingenieur · Messtechnik, Inbetriebnahme, technischer Vertrieb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703320"/>
            <a:ext cx="2926080" cy="0"/>
          </a:xfrm>
          <a:prstGeom prst="line">
            <a:avLst/>
          </a:prstGeom>
          <a:noFill/>
          <a:ln w="25400">
            <a:solidFill>
              <a:srgbClr val="C68A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9776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68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Bewerbung als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68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&amp; Energy Engineer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759952" y="2377440"/>
            <a:ext cx="0" cy="1975104"/>
          </a:xfrm>
          <a:prstGeom prst="line">
            <a:avLst/>
          </a:prstGeom>
          <a:noFill/>
          <a:ln w="19050">
            <a:solidFill>
              <a:srgbClr val="1F3A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0" y="2221992"/>
            <a:ext cx="146304" cy="146304"/>
          </a:xfrm>
          <a:prstGeom prst="ellipse">
            <a:avLst/>
          </a:prstGeom>
          <a:solidFill>
            <a:srgbClr val="C68A1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006840" y="21488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0" y="2880360"/>
            <a:ext cx="146304" cy="146304"/>
          </a:xfrm>
          <a:prstGeom prst="ellipse">
            <a:avLst/>
          </a:prstGeom>
          <a:solidFill>
            <a:srgbClr val="C68A1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006840" y="28072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Betrieb nehmen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0" y="3538728"/>
            <a:ext cx="146304" cy="146304"/>
          </a:xfrm>
          <a:prstGeom prst="ellipse">
            <a:avLst/>
          </a:prstGeom>
          <a:solidFill>
            <a:srgbClr val="C68A1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06840" y="34655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Verkaufen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6800" y="4197096"/>
            <a:ext cx="146304" cy="146304"/>
          </a:xfrm>
          <a:prstGeom prst="ellipse">
            <a:avLst/>
          </a:prstGeom>
          <a:solidFill>
            <a:srgbClr val="C68A1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06840" y="41239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Bereitstellen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8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WER ICH BIN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Perspektiven auf dieselbe Sache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9811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Elektrische Energie, über zehn Jahre aus vier Richtungen angefasst. Bei euch laufen sie zum ersten Mal zusammen.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95728"/>
            <a:ext cx="25146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670048"/>
            <a:ext cx="384048" cy="384048"/>
          </a:xfrm>
          <a:prstGeom prst="ellipse">
            <a:avLst/>
          </a:prstGeom>
          <a:solidFill>
            <a:srgbClr val="C68A1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218688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Messen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611880"/>
            <a:ext cx="1929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EMV, Prüffeld, Netzqualität nach EN 50160 und IEC 61000-4-30 Klasse 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38144" y="2395728"/>
            <a:ext cx="25146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730752" y="2670048"/>
            <a:ext cx="384048" cy="384048"/>
          </a:xfrm>
          <a:prstGeom prst="ellipse">
            <a:avLst/>
          </a:prstGeom>
          <a:solidFill>
            <a:srgbClr val="C68A1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30752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30752" y="3218688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Betrieb nehmen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730752" y="3611880"/>
            <a:ext cx="1929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Aufbau, Verkabelung, Parametrierung, Anbindung, Fehlersuche im Feld.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36208" y="2395728"/>
            <a:ext cx="25146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528816" y="2670048"/>
            <a:ext cx="384048" cy="384048"/>
          </a:xfrm>
          <a:prstGeom prst="ellipse">
            <a:avLst/>
          </a:prstGeom>
          <a:solidFill>
            <a:srgbClr val="C68A1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28816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28816" y="3218688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Verkaufen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3611880"/>
            <a:ext cx="1929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Technischer Vertrieb an EVU, Industrie, Gemeinden und Städte.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34272" y="2395728"/>
            <a:ext cx="25146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9326880" y="2670048"/>
            <a:ext cx="384048" cy="384048"/>
          </a:xfrm>
          <a:prstGeom prst="ellipse">
            <a:avLst/>
          </a:prstGeom>
          <a:solidFill>
            <a:srgbClr val="C68A1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2688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218688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Bereitstellen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0" y="3611880"/>
            <a:ext cx="1929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Energie: Generatoren, Batteriespeicher, Hybrid, Baustrom.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0292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Station hat eine Perspektive dazugelegt. Was fehlt, ist die fünfte: das System selbst mitbauen.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1183112" y="6236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8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WERDEGANG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Weg, Station für Station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9811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Messen, ausführen, verkaufen, liefern. Jeder Schritt hat eine Schicht dazugelegt.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8096" y="2542032"/>
            <a:ext cx="0" cy="3017520"/>
          </a:xfrm>
          <a:prstGeom prst="line">
            <a:avLst/>
          </a:prstGeom>
          <a:noFill/>
          <a:ln w="25400">
            <a:solidFill>
              <a:srgbClr val="E7E9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459736"/>
            <a:ext cx="164592" cy="164592"/>
          </a:xfrm>
          <a:prstGeom prst="ellipse">
            <a:avLst/>
          </a:prstGeom>
          <a:solidFill>
            <a:srgbClr val="1F3A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2015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2331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Werkstudent · Messtechnik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2331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EMV-Prüffeld, Messaufbauten, Störungssuche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962656"/>
            <a:ext cx="164592" cy="164592"/>
          </a:xfrm>
          <a:prstGeom prst="ellipse">
            <a:avLst/>
          </a:prstGeom>
          <a:solidFill>
            <a:srgbClr val="1F3A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2834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2016–2018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2834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Anadolu Ingenieure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2834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Elektrotechnik und Projektarbeit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465576"/>
            <a:ext cx="164592" cy="164592"/>
          </a:xfrm>
          <a:prstGeom prst="ellipse">
            <a:avLst/>
          </a:prstGeom>
          <a:solidFill>
            <a:srgbClr val="1F3A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3337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2018–2020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514600" y="3337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Selbstständig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3337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Akquise, Angebot, Ausführung, alles selbst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968496"/>
            <a:ext cx="164592" cy="164592"/>
          </a:xfrm>
          <a:prstGeom prst="ellipse">
            <a:avLst/>
          </a:prstGeom>
          <a:solidFill>
            <a:srgbClr val="1F3A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51560" y="3840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2020–2022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514600" y="3840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 Engineering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897880" y="3840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Maschinen- und Anlagenbau, Projekte bis IBN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471416"/>
            <a:ext cx="164592" cy="164592"/>
          </a:xfrm>
          <a:prstGeom prst="ellipse">
            <a:avLst/>
          </a:prstGeom>
          <a:solidFill>
            <a:srgbClr val="1F3A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51560" y="4343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2022–2023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514600" y="4343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Cortexia SA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897880" y="4343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Engineer: Aufbau, IBN, Anbindung, Feld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" y="4974336"/>
            <a:ext cx="164592" cy="164592"/>
          </a:xfrm>
          <a:prstGeom prst="ellipse">
            <a:avLst/>
          </a:prstGeom>
          <a:solidFill>
            <a:srgbClr val="1F3A3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51560" y="4846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2024–2025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514600" y="4846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Camille Bauer Metrawatt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897880" y="4846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Netzqualität, IBN, Vertrieb ganze Schweiz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85800" y="5477256"/>
            <a:ext cx="164592" cy="164592"/>
          </a:xfrm>
          <a:prstGeom prst="ellipse">
            <a:avLst/>
          </a:prstGeom>
          <a:solidFill>
            <a:srgbClr val="C68A1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51560" y="5349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heute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2514600" y="5349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8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In Time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897880" y="5349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Energie: Auslegung, Baustelle, Kunde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11183112" y="6236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8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PASSUNG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Dinge, die ich mitbringe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908792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2532888"/>
            <a:ext cx="384048" cy="384048"/>
          </a:xfrm>
          <a:prstGeom prst="ellipse">
            <a:avLst/>
          </a:prstGeom>
          <a:solidFill>
            <a:srgbClr val="C68A1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50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Beide Seiten der Ablösung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2350008"/>
            <a:ext cx="5559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lege heute Diesel und Batterie aus und verkaufe beides. Ich kann sagen, wo der Speicher gewinnt und wo der Kunde noch zum Aggregat greift.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10908792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87552" y="3858768"/>
            <a:ext cx="384048" cy="384048"/>
          </a:xfrm>
          <a:prstGeom prst="ellipse">
            <a:avLst/>
          </a:prstGeom>
          <a:solidFill>
            <a:srgbClr val="C68A1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87552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675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Messen statt behaupten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3675888"/>
            <a:ext cx="5559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der Messtechnik: EMV, Netzqualität, EN 50160, IEC 61000-4-30 Klasse A. Der Unterschied zwischen einer Zahl und einer belastbaren Zahl.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87552" y="5184648"/>
            <a:ext cx="384048" cy="384048"/>
          </a:xfrm>
          <a:prstGeom prst="ellipse">
            <a:avLst/>
          </a:prstGeom>
          <a:solidFill>
            <a:srgbClr val="C68A1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87552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50017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Kunde und Technik in einer Person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5001768"/>
            <a:ext cx="5559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Rahmenbedingungen aufnehmen, auslegen, in Betrieb nehmen, und dem Bauführer erklären, warum es so und nicht anders geht.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183112" y="6236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8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EHRLICH GESAGT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ich kann, und was nicht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8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kann ich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1460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Systeme aufbauen, verkabeln, in Betrieb nehmen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Parametrieren und über Modbus anbinden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 im Feld eingrenzen, auch ohne Handbuch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Auslegen: Leistung, Energie, Nachladung, Schutz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Beim Kunden stehen und Technik übersetzen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B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kann ich nicht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51460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8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Systems: keine Tiefe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8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TwinCAT: keine Praxis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8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MQTT: Prinzip klar, Anwendung neu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8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Softwareentwicklung ist nicht mein Handwerk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06440" y="2057400"/>
            <a:ext cx="0" cy="2377440"/>
          </a:xfrm>
          <a:prstGeom prst="line">
            <a:avLst/>
          </a:prstGeom>
          <a:noFill/>
          <a:ln w="19050">
            <a:solidFill>
              <a:srgbClr val="1F3A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0749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68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Sagt mir, wie tief ihr das braucht, dann sage ich euch, wie lange ich dafür brauche.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183112" y="6236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8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 ICH ÜBER EUCH WEISS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Liebherr Energy Solutions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9811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Gegründet Februar 2026, hervorgegangen aus dem Produktsegment Liebherr-Komponenten.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2560320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68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 Ziel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889504"/>
            <a:ext cx="4764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Energieverbrauch und CO₂ auf Baustellen senken und die Elektrifizierung von Bau- und Nutzfahrzeugen vorantreiben.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9632" y="237744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2560320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68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 Portfolio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889504"/>
            <a:ext cx="4764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Software und künftig Energiedienstleistungen aus einer Hand, statt einzelner Produkte.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32688" y="3977640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68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 Hardware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4306824"/>
            <a:ext cx="4764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Liduro Power Port: mobiler, batteriebasierter Speicher für lokal emissionsfreie Versorgung der ganzen Baustelle.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9632" y="379476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3977640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68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 Software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4306824"/>
            <a:ext cx="4764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Planner: browserbasierte Planung von Leistungs- und Energiebedarf über die einzelnen Bauphasen.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3492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Venture: Startup-Tempo mit dem Rückhalt der Liebherr-Gruppe.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183112" y="6236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8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 MARKT, WIE ICH IHN SEHE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die Baustelle elektrisch wird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02152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395728"/>
            <a:ext cx="384048" cy="384048"/>
          </a:xfrm>
          <a:prstGeom prst="ellipse">
            <a:avLst/>
          </a:prstGeom>
          <a:solidFill>
            <a:srgbClr val="1F3A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07792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Regulatorik und Vergabe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91840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Emissionsauflagen und Lärmschutz in Städten, zunehmend auch als Kriterium in der Ausschreibung.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148840"/>
            <a:ext cx="3502152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395728"/>
            <a:ext cx="384048" cy="384048"/>
          </a:xfrm>
          <a:prstGeom prst="ellipse">
            <a:avLst/>
          </a:prstGeom>
          <a:solidFill>
            <a:srgbClr val="1F3A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907792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Maschinen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291840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Bagger, Kran und Lader kommen batteriebetrieben. Sie brauchen Ladeleistung dort, wo sie stehen.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2148840"/>
            <a:ext cx="3502152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2395728"/>
            <a:ext cx="384048" cy="384048"/>
          </a:xfrm>
          <a:prstGeom prst="ellipse">
            <a:avLst/>
          </a:prstGeom>
          <a:solidFill>
            <a:srgbClr val="1F3A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907792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Netzanschluss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291840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Anschluss wächst nicht mit. Speicher und Lastmanagement füllen die Lücke, bis das Netz nachzieht.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1090879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4572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68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 ich täglich sehe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4882896"/>
            <a:ext cx="1026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Bedarf ist da. Was Projekte aufhält, ist selten die Batterie, sondern der Aufstellort, der Anschluss und die Frage, wer die Anlage bedient.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183112" y="6236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8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MEIN AUFGABENBEREICH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Rolle, wie ich sie verstehe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9811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der Schnittstelle zwischen Hardware, Software und Energie. Und zwar dort, wo sie sich trifft: im Feld.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25880" y="2240280"/>
            <a:ext cx="2103120" cy="2103120"/>
          </a:xfrm>
          <a:prstGeom prst="ellipse">
            <a:avLst/>
          </a:prstGeom>
          <a:solidFill>
            <a:srgbClr val="1F3A3D">
              <a:alpha val="22000"/>
            </a:srgbClr>
          </a:solidFill>
          <a:ln w="12700">
            <a:solidFill>
              <a:srgbClr val="1F3A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71800" y="2240280"/>
            <a:ext cx="2103120" cy="2103120"/>
          </a:xfrm>
          <a:prstGeom prst="ellipse">
            <a:avLst/>
          </a:prstGeom>
          <a:solidFill>
            <a:srgbClr val="1F3A3D">
              <a:alpha val="22000"/>
            </a:srgbClr>
          </a:solidFill>
          <a:ln w="12700">
            <a:solidFill>
              <a:srgbClr val="1F3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3520440"/>
            <a:ext cx="2103120" cy="2103120"/>
          </a:xfrm>
          <a:prstGeom prst="ellipse">
            <a:avLst/>
          </a:prstGeom>
          <a:solidFill>
            <a:srgbClr val="1F3A3D">
              <a:alpha val="22000"/>
            </a:srgbClr>
          </a:solidFill>
          <a:ln w="12700">
            <a:solidFill>
              <a:srgbClr val="1F3A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27614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7614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4956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06040" y="3337560"/>
            <a:ext cx="914400" cy="914400"/>
          </a:xfrm>
          <a:prstGeom prst="ellipse">
            <a:avLst/>
          </a:prstGeom>
          <a:solidFill>
            <a:srgbClr val="C68A1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06040" y="3337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51460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Rahmenbedingungen beim Kunden aufnehmen und auslegen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aufbauen, verkabeln, in Betrieb nehmen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Konnektivität herstellen und Systeme anbinden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Einsatz vor Ort begleiten, DACH und Frankreich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im Feld nicht funktioniert, zurück ins Produkt spielen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1183112" y="6236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8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FACHLICH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Speicher ist keine Batterie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9811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ist eine Kette. Auf der Baustelle entscheidet fast nie die Zelle, sondern das Ende der Kette.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389888" cy="868680"/>
          </a:xfrm>
          <a:prstGeom prst="roundRect">
            <a:avLst>
              <a:gd name="adj" fmla="val 8421"/>
            </a:avLst>
          </a:prstGeom>
          <a:solidFill>
            <a:srgbClr val="1F3A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Zelle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029968" y="251460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B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31136" y="2514600"/>
            <a:ext cx="1389888" cy="868680"/>
          </a:xfrm>
          <a:prstGeom prst="roundRect">
            <a:avLst>
              <a:gd name="adj" fmla="val 8421"/>
            </a:avLst>
          </a:prstGeom>
          <a:solidFill>
            <a:srgbClr val="1F3A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31136" y="251460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21024" y="251460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B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22192" y="2514600"/>
            <a:ext cx="1389888" cy="868680"/>
          </a:xfrm>
          <a:prstGeom prst="roundRect">
            <a:avLst>
              <a:gd name="adj" fmla="val 8421"/>
            </a:avLst>
          </a:prstGeom>
          <a:solidFill>
            <a:srgbClr val="1F3A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22192" y="251460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251460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B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13248" y="2514600"/>
            <a:ext cx="1389888" cy="868680"/>
          </a:xfrm>
          <a:prstGeom prst="roundRect">
            <a:avLst>
              <a:gd name="adj" fmla="val 8421"/>
            </a:avLst>
          </a:prstGeom>
          <a:solidFill>
            <a:srgbClr val="1F3A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13248" y="251460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DC-Schutz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03136" y="251460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B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04304" y="2514600"/>
            <a:ext cx="1389888" cy="868680"/>
          </a:xfrm>
          <a:prstGeom prst="roundRect">
            <a:avLst>
              <a:gd name="adj" fmla="val 8421"/>
            </a:avLst>
          </a:prstGeom>
          <a:solidFill>
            <a:srgbClr val="C68A1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04304" y="251460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Wechsel-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richter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394192" y="251460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B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95360" y="2514600"/>
            <a:ext cx="1389888" cy="868680"/>
          </a:xfrm>
          <a:prstGeom prst="roundRect">
            <a:avLst>
              <a:gd name="adj" fmla="val 8421"/>
            </a:avLst>
          </a:prstGeom>
          <a:solidFill>
            <a:srgbClr val="C68A1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95360" y="251460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Schutz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Anschluss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985248" y="251460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B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186416" y="2514600"/>
            <a:ext cx="1389888" cy="868680"/>
          </a:xfrm>
          <a:prstGeom prst="roundRect">
            <a:avLst>
              <a:gd name="adj" fmla="val 8421"/>
            </a:avLst>
          </a:prstGeom>
          <a:solidFill>
            <a:srgbClr val="C68A1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186416" y="251460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004304" y="3493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68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Hier arbeite ich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206240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8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526280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Überwacht Spannung, Temperatur, Strom. Rechnet SOC und SOH, balanciert die Zellen, schaltet im Fehlerfall ab.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343400" y="4206240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8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Thermik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343400" y="4526280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Kühlung und Heizung. Kälte kostet Leistung, Hitze kostet Lebensdauer. Bei einem Gerät im Freien kein Randthema.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4206240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8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Sicherheit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046720" y="4526280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DC-Trennung, Brandmeldung, Notabschaltung. In der Praxis oft der Punkt, an dem der Aufstellort verhandelt wird.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1183112" y="6236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8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AUSLEGUNG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Grenzen, nicht eine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9811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Speicher kann genug Energie für den Tag haben und den Krananlauf trotzdem nicht schaffen.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4924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3774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68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kVA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Leistung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viel auf einmal.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3756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Spitzenlast, Anlaufströme, cos phi, C-Rate. Der Turmdrehkran ist der Sonderfall: hoher Anlaufstrom beim Heben, Rückspeisung beim Senken.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9632" y="2194560"/>
            <a:ext cx="534924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774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68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kWh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8485632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485632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lange.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333756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Tagesbedarf, nutzbare Kapazität statt Nennkapazität. Und die Frage, die am häufigsten vergessen wird: Reicht der Netzanschluss, um über Nacht nachzuladen?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956048"/>
            <a:ext cx="10908792" cy="868680"/>
          </a:xfrm>
          <a:prstGeom prst="roundRect">
            <a:avLst>
              <a:gd name="adj" fmla="val 6316"/>
            </a:avLst>
          </a:prstGeom>
          <a:solidFill>
            <a:srgbClr val="E7E9E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5138928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Reicht beides nicht: Hybridbetrieb mit Aggregat, Lastmanagement oder Netzverstärkung. Was geht, entscheidet der Bauablauf, nicht die Technik.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183112" y="6236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8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ENERGIEMANAGEMENT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Software den Unterschied macht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9811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Speicher liefert Energie. Erst die Steuerung macht daraus eine Versorgung, die trägt.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50215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45059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68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VORHER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61488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46120"/>
            <a:ext cx="2953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Leistungs- und Energiebedarf über die Bauphasen prognostizieren. Aus einer Schätzung wird eine Dimensionierung.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142232" y="2240280"/>
            <a:ext cx="2011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43400" y="2240280"/>
            <a:ext cx="350215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45059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68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 BETRIEB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761488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Steuern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246120"/>
            <a:ext cx="2953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Lade- und Entladefahrpläne, Spitzen kappen, Nachladen wenn es günstig ist, Quellen im Hybridbetrieb koordinieren.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845552" y="2240280"/>
            <a:ext cx="2011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46720" y="2240280"/>
            <a:ext cx="350215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45059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68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DANACH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761488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Messen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246120"/>
            <a:ext cx="2953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Verbrauch und Zustand erfassen, Abweichung gegen die Planung, und daraus die nächste Auslegung verbessern.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8920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Schleife von der Planung über den Betrieb zurück in die Planung ist der Teil, den ich mitbringen kann: Ich sehe im Feld, wo die Prognose danebenlag.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183112" y="6236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8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 ICH EINBRINGE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Fragen aus dem Feld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9811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aus dem Lehrbuch, sondern von Baustellen, auf denen ich stand.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908792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523744"/>
            <a:ext cx="384048" cy="384048"/>
          </a:xfrm>
          <a:prstGeom prst="ellipse">
            <a:avLst/>
          </a:prstGeom>
          <a:solidFill>
            <a:srgbClr val="C68A1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148840"/>
            <a:ext cx="27432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Selektivität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148840"/>
            <a:ext cx="67939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Wechselrichter liefert im Kurzschluss deutlich weniger Strom als Netz oder Generator, weil er strombegrenzt arbeitet. Lösen die Schutzorgane im Baustromverteiler dann noch sauber und selektiv aus?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10908792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803904"/>
            <a:ext cx="384048" cy="384048"/>
          </a:xfrm>
          <a:prstGeom prst="ellipse">
            <a:avLst/>
          </a:prstGeom>
          <a:solidFill>
            <a:srgbClr val="C68A1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572768" y="3429000"/>
            <a:ext cx="27432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Netzbildend oder folgend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3429000"/>
            <a:ext cx="67939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der Baustelle ist Inselbetrieb der Normalfall, der Wechselrichter muss Spannung und Frequenz selbst stellen. Wie wird zwischen Insel, Netzparallel und Hybrid umgeschaltet, und unterbrechungsfrei?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709160"/>
            <a:ext cx="10908792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60120" y="5084064"/>
            <a:ext cx="384048" cy="384048"/>
          </a:xfrm>
          <a:prstGeom prst="ellipse">
            <a:avLst/>
          </a:prstGeom>
          <a:solidFill>
            <a:srgbClr val="C68A1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084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72768" y="4709160"/>
            <a:ext cx="27432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erste Morgen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4709160"/>
            <a:ext cx="67939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schliesst an, wer schaltet ein, und was passiert bei der ersten Störung um sieben Uhr, wenn niemand von uns vor Ort ist? Daran entscheidet sich, ob nachbestellt wird.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8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habe gelernt, einer Messung mehr zu trauen als einer Meinung.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183112" y="6236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8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WENN IHR MICH NEHMT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ersten 90 Tage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12848"/>
            <a:ext cx="384048" cy="384048"/>
          </a:xfrm>
          <a:prstGeom prst="ellipse">
            <a:avLst/>
          </a:prstGeom>
          <a:solidFill>
            <a:srgbClr val="C68A1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6148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68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 1–30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72384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 anfassen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84448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auf die Baustelle. Ein System eigenhändig aufbauen und in Betrieb nehmen, bis ich es blind kann.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212848"/>
            <a:ext cx="384048" cy="384048"/>
          </a:xfrm>
          <a:prstGeom prst="ellipse">
            <a:avLst/>
          </a:prstGeom>
          <a:solidFill>
            <a:srgbClr val="1F3A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4340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276148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68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 31–60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3072384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Fehlerbilder sammeln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3584448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drei häufigsten Probleme aus dem Feld dokumentieren, mit Ursache und Behebung, nicht nur als Symptom.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2212848"/>
            <a:ext cx="384048" cy="384048"/>
          </a:xfrm>
          <a:prstGeom prst="ellipse">
            <a:avLst/>
          </a:prstGeom>
          <a:solidFill>
            <a:srgbClr val="1F3A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276148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68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 61–90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3072384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Zurückspielen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3584448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den Fehlerbildern konkrete Verbesserungen ableiten und eine Inbetriebnahme-Routine hinterlassen, die auch andere anwenden können.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0908792" cy="960120"/>
          </a:xfrm>
          <a:prstGeom prst="roundRect">
            <a:avLst>
              <a:gd name="adj" fmla="val 5714"/>
            </a:avLst>
          </a:prstGeom>
          <a:solidFill>
            <a:srgbClr val="E7E9E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5074920"/>
            <a:ext cx="1026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90 Tagen möchte ich derjenige sein, den ihr anruft, wenn draussen etwas klemmt.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183112" y="6236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8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 MICH INTERESSIERT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Fragen an euch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1F3A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8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286000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muss in zwölf Monaten passiert sein, damit ihr sagt, die Einstellung hat sich gelohnt?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182112"/>
            <a:ext cx="457200" cy="457200"/>
          </a:xfrm>
          <a:prstGeom prst="ellipse">
            <a:avLst/>
          </a:prstGeom>
          <a:solidFill>
            <a:srgbClr val="1F3A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8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182112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viel Liebherr steckt im Alltag: Konzernprozesse oder wirklich Venture-Tempo?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078224"/>
            <a:ext cx="457200" cy="457200"/>
          </a:xfrm>
          <a:prstGeom prst="ellipse">
            <a:avLst/>
          </a:prstGeom>
          <a:solidFill>
            <a:srgbClr val="1F3A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8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078224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heute die häufigste Rückmeldung von der Baustelle zum Liduro Power Port?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974336"/>
            <a:ext cx="457200" cy="457200"/>
          </a:xfrm>
          <a:prstGeom prst="ellipse">
            <a:avLst/>
          </a:prstGeom>
          <a:solidFill>
            <a:srgbClr val="1F3A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8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974336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kommen Werkzeug und Messtechnik zum Einsatzort, und wo ist der Arbeitsort?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183112" y="6236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8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DANKE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habt Hardware, Software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den Konzern im Rücken.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A8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auf der Baustelle darüber entscheidet, ob gekauft wird, sind meistens Kleinigkeiten: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A8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das Gerät steht, wer es anschliesst, und was bei der ersten Störung passiert.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A8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ist die Seite, die ich mitbringe.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5074920"/>
            <a:ext cx="2926080" cy="0"/>
          </a:xfrm>
          <a:prstGeom prst="line">
            <a:avLst/>
          </a:prstGeom>
          <a:noFill/>
          <a:ln w="25400">
            <a:solidFill>
              <a:srgbClr val="C68A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5303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Burak Ücöz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65099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[Telefon]  ·  [E-Mail]  ·  [LinkedIn]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1183112" y="6236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Burak Ücöz — Liebherr Energy Solutions</dc:title>
  <dc:subject>PptxGenJS Presentation</dc:subject>
  <dc:creator>Burak Ücöz</dc:creator>
  <cp:lastModifiedBy>Burak Ücöz</cp:lastModifiedBy>
  <cp:revision>1</cp:revision>
  <dcterms:created xsi:type="dcterms:W3CDTF">2026-09-02T07:26:59Z</dcterms:created>
  <dcterms:modified xsi:type="dcterms:W3CDTF">2026-09-02T07:26:59Z</dcterms:modified>
</cp:coreProperties>
</file>