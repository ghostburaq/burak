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Nicht vorlesen. Dieses Deck ist Vorbereitung und stilles Backup, kein Vortrag. Nur zeigen, wenn ein Moment entsteht, in dem es passt.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Jahreszahlen vor dem Termin gegen CV und LinkedIn prüfen. Lücke 2023 bis 2024 vorbereiten.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Telefonnummer und LinkedIn-Profil vor dem Termin eintragen.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GESPRÄCH · 8. SEPTEMBER 2026 · BADEN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0574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Burak Ücöz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0358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Elektroingenieur · Messtechnik, Inbetriebnahme, technischer Vertrieb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913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BEWERBUNG ALS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06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&amp; Energy Engineer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343900" y="2286000"/>
            <a:ext cx="0" cy="1975104"/>
          </a:xfrm>
          <a:prstGeom prst="line">
            <a:avLst/>
          </a:prstGeom>
          <a:noFill/>
          <a:ln w="15875">
            <a:solidFill>
              <a:srgbClr val="3748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5320" y="2144268"/>
            <a:ext cx="146304" cy="146304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75320" y="2802636"/>
            <a:ext cx="146304" cy="146304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0" y="2715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Betrieb nehmen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75320" y="3461004"/>
            <a:ext cx="146304" cy="146304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0" y="33741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Verkaufen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75320" y="4119372"/>
            <a:ext cx="146304" cy="146304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0" y="40325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Bereitstellen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D9A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ICH BIN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Perspektiven auf dieselbe Sache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Energie, über zehn Jahre aus vier Richtungen angefasst. Bei euch laufen sie zum ersten Mal zusammen.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95728"/>
            <a:ext cx="2487168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688336"/>
            <a:ext cx="402336" cy="402336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78408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26440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7490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EMV, Prüffeld, Netzqualität nach EN 50160 und IEC 61000-4-30 Klasse 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65576" y="2395728"/>
            <a:ext cx="2487168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58184" y="2688336"/>
            <a:ext cx="402336" cy="402336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58184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58184" y="326440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Betrieb nehmen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758184" y="37490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Aufbau, Verkabelung, Parametrierung, Anbindung, Fehlersuche im Feld.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45352" y="2395728"/>
            <a:ext cx="2487168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2688336"/>
            <a:ext cx="402336" cy="402336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26440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Verkaufen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7490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Technischer Vertrieb an EVU, Industrie, Gemeinden und Städte.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25128" y="2395728"/>
            <a:ext cx="2487168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17736" y="2688336"/>
            <a:ext cx="402336" cy="402336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17736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17736" y="326440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Bereitstellen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317736" y="37490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Energie: Generatoren, Batteriespeicher, Hybrid, Baustrom.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138928"/>
            <a:ext cx="10820095" cy="658368"/>
          </a:xfrm>
          <a:prstGeom prst="roundRect">
            <a:avLst>
              <a:gd name="adj" fmla="val 6944"/>
            </a:avLst>
          </a:prstGeom>
          <a:solidFill>
            <a:srgbClr val="1A1D1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5138928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Station hat eine Perspektive dazugelegt. Was fehlt, ist die fünfte: das System selbst mitbauen.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957255" y="6236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B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D9A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WERDEGANG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Weg, Station für Station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Messen, ausführen, verkaufen, liefern. Jeder Schritt hat eine Schicht dazugelegt.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45820" y="2555748"/>
            <a:ext cx="0" cy="3291840"/>
          </a:xfrm>
          <a:prstGeom prst="line">
            <a:avLst/>
          </a:prstGeom>
          <a:noFill/>
          <a:ln w="19050">
            <a:solidFill>
              <a:srgbClr val="C8CE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87168"/>
            <a:ext cx="137160" cy="137160"/>
          </a:xfrm>
          <a:prstGeom prst="ellipse">
            <a:avLst/>
          </a:prstGeom>
          <a:solidFill>
            <a:srgbClr val="3748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80160" y="23591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359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Werkstudent · Messtechnik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23591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EMV-Prüffeld, Messaufbauten, Störungssuche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35808"/>
            <a:ext cx="137160" cy="137160"/>
          </a:xfrm>
          <a:prstGeom prst="ellipse">
            <a:avLst/>
          </a:prstGeom>
          <a:solidFill>
            <a:srgbClr val="3748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29077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2016–2018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9077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Anadolu Ingenieure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9077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Elektrotechnik und Projektarbeit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584448"/>
            <a:ext cx="137160" cy="137160"/>
          </a:xfrm>
          <a:prstGeom prst="ellipse">
            <a:avLst/>
          </a:prstGeom>
          <a:solidFill>
            <a:srgbClr val="3748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80160" y="34564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2018–2020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4564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Selbstständig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345643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Akquise, Angebot, Ausführung, alles selbst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133088"/>
            <a:ext cx="137160" cy="137160"/>
          </a:xfrm>
          <a:prstGeom prst="ellipse">
            <a:avLst/>
          </a:prstGeom>
          <a:solidFill>
            <a:srgbClr val="3748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80160" y="40050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2020–2022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40050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 Engineering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40050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Maschinen- und Anlagenbau, Projekte bis IBN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4681728"/>
            <a:ext cx="137160" cy="137160"/>
          </a:xfrm>
          <a:prstGeom prst="ellipse">
            <a:avLst/>
          </a:prstGeom>
          <a:solidFill>
            <a:srgbClr val="3748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80160" y="45537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2022–2023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45537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Cortexia SA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45537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Engineer: Aufbau, IBN, Anbindung, Feld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5230368"/>
            <a:ext cx="137160" cy="137160"/>
          </a:xfrm>
          <a:prstGeom prst="ellipse">
            <a:avLst/>
          </a:prstGeom>
          <a:solidFill>
            <a:srgbClr val="37484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280160" y="51023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2024–2025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560320" y="51023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Camille Bauer Metrawatt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51023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Netzqualität, IBN, Vertrieb ganze Schweiz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7240" y="5779008"/>
            <a:ext cx="137160" cy="137160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694944" y="5696712"/>
            <a:ext cx="301752" cy="301752"/>
          </a:xfrm>
          <a:prstGeom prst="ellipse">
            <a:avLst/>
          </a:prstGeom>
          <a:ln w="15875">
            <a:solidFill>
              <a:srgbClr val="FED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80160" y="56509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560320" y="5650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806440" y="56509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Energie: Auslegung, Baustelle, Kunde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957255" y="6236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B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D9A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PASSUNG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Dinge, die ich mitbringe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Profil aus dem Stelleninserat, sondern das, was auf der Baustelle den Unterschied macht.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59152"/>
            <a:ext cx="10820095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9848" y="2697480"/>
            <a:ext cx="457200" cy="457200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6984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560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Seiten der Ablösung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560320"/>
            <a:ext cx="5928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lege heute Diesel und Batterie aus und verkaufe beides. Ich kann sagen, wo der Speicher gewinnt und wo der Kunde noch zum Aggregat greift.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675888"/>
            <a:ext cx="10820095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69848" y="4014216"/>
            <a:ext cx="457200" cy="457200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69848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87705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 statt behaupten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877056"/>
            <a:ext cx="5928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der Messtechnik: EMV, Netzqualität, EN 50160, IEC 61000-4-30 Klasse A. Der Unterschied zwischen einer Zahl und einer belastbaren Zahl.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4992624"/>
            <a:ext cx="10820095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69848" y="5330952"/>
            <a:ext cx="457200" cy="457200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69848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519379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Kunde und Technik in einer Person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5193792"/>
            <a:ext cx="5928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Rahmenbedingungen aufnehmen, auslegen, in Betrieb nehmen, und dem Bauführer erklären, warum es so und nicht anders geht.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957255" y="6236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B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EHRLICH GESAGT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ich kann, und was nicht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Selbsteinschätzung, die ihr nachprüfen könnt.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5227168" cy="2697480"/>
          </a:xfrm>
          <a:prstGeom prst="roundRect">
            <a:avLst>
              <a:gd name="adj" fmla="val 1695"/>
            </a:avLst>
          </a:prstGeom>
          <a:solidFill>
            <a:srgbClr val="2730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670048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kann ich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3323844"/>
            <a:ext cx="91440" cy="91440"/>
          </a:xfrm>
          <a:prstGeom prst="rect">
            <a:avLst/>
          </a:prstGeom>
          <a:solidFill>
            <a:srgbClr val="FED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44168" y="3218688"/>
            <a:ext cx="420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 aufbauen, verkabeln, in Betrieb nehmen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51560" y="3689604"/>
            <a:ext cx="91440" cy="91440"/>
          </a:xfrm>
          <a:prstGeom prst="rect">
            <a:avLst/>
          </a:prstGeom>
          <a:solidFill>
            <a:srgbClr val="FED0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44168" y="3584448"/>
            <a:ext cx="420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Parametrieren und über Modbus anbinden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4055364"/>
            <a:ext cx="91440" cy="91440"/>
          </a:xfrm>
          <a:prstGeom prst="rect">
            <a:avLst/>
          </a:prstGeom>
          <a:solidFill>
            <a:srgbClr val="FED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44168" y="3950208"/>
            <a:ext cx="420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im Feld eingrenzen, auch ohne Handbuch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4421124"/>
            <a:ext cx="91440" cy="91440"/>
          </a:xfrm>
          <a:prstGeom prst="rect">
            <a:avLst/>
          </a:prstGeom>
          <a:solidFill>
            <a:srgbClr val="FED0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44168" y="4315968"/>
            <a:ext cx="420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Auslegen: Leistung, Energie, Nachladung, Schutz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4786884"/>
            <a:ext cx="91440" cy="91440"/>
          </a:xfrm>
          <a:prstGeom prst="rect">
            <a:avLst/>
          </a:prstGeom>
          <a:solidFill>
            <a:srgbClr val="FED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344168" y="4681728"/>
            <a:ext cx="420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Beim Kunden stehen und Technik übersetzen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8728" y="2377440"/>
            <a:ext cx="5227168" cy="2697480"/>
          </a:xfrm>
          <a:prstGeom prst="roundRect">
            <a:avLst>
              <a:gd name="adj" fmla="val 1695"/>
            </a:avLst>
          </a:prstGeom>
          <a:solidFill>
            <a:srgbClr val="2730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44488" y="2670048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kann ich nicht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44488" y="3323844"/>
            <a:ext cx="91440" cy="91440"/>
          </a:xfrm>
          <a:prstGeom prst="rect">
            <a:avLst/>
          </a:prstGeom>
          <a:solidFill>
            <a:srgbClr val="3748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37096" y="3218688"/>
            <a:ext cx="420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Systems: keine Tiefe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44488" y="3689604"/>
            <a:ext cx="91440" cy="91440"/>
          </a:xfrm>
          <a:prstGeom prst="rect">
            <a:avLst/>
          </a:prstGeom>
          <a:solidFill>
            <a:srgbClr val="3748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37096" y="3584448"/>
            <a:ext cx="420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TwinCAT: keine Praxis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44488" y="4055364"/>
            <a:ext cx="91440" cy="91440"/>
          </a:xfrm>
          <a:prstGeom prst="rect">
            <a:avLst/>
          </a:prstGeom>
          <a:solidFill>
            <a:srgbClr val="3748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37096" y="3950208"/>
            <a:ext cx="420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MQTT: Prinzip klar, Anwendung neu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44488" y="4421124"/>
            <a:ext cx="91440" cy="91440"/>
          </a:xfrm>
          <a:prstGeom prst="rect">
            <a:avLst/>
          </a:prstGeom>
          <a:solidFill>
            <a:srgbClr val="3748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37096" y="4315968"/>
            <a:ext cx="420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Softwareentwicklung ist nicht mein Handwerk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34924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Sagt mir, wie tief ihr das braucht, dann sage ich euch, wie lange ich dafür brauche.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57255" y="6236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D9A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ICH ÜBER EUCH WEISS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Liebherr Energy Solutions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Gegründet Februar 2026, hervorgegangen aus dem Produktsegment Liebherr-Komponenten.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52546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4984" y="2706624"/>
            <a:ext cx="100584" cy="100584"/>
          </a:xfrm>
          <a:prstGeom prst="rect">
            <a:avLst/>
          </a:prstGeom>
          <a:solidFill>
            <a:srgbClr val="FED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52728" y="2615184"/>
            <a:ext cx="43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ZIEL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2980944"/>
            <a:ext cx="459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Energieverbrauch und CO₂ auf Baustellen senken und die Elektrifizierung von Bau- und Nutzfahrzeugen vorantreiben.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1296" y="2377440"/>
            <a:ext cx="52546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0480" y="2706624"/>
            <a:ext cx="100584" cy="100584"/>
          </a:xfrm>
          <a:prstGeom prst="rect">
            <a:avLst/>
          </a:prstGeom>
          <a:solidFill>
            <a:srgbClr val="FED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18224" y="2615184"/>
            <a:ext cx="43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PORTFOLIO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0480" y="2980944"/>
            <a:ext cx="459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Hardware, Software und künftig Energiedienstleistungen aus einer Hand, statt einzelner Produkte.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913632"/>
            <a:ext cx="52546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14984" y="4242816"/>
            <a:ext cx="100584" cy="100584"/>
          </a:xfrm>
          <a:prstGeom prst="rect">
            <a:avLst/>
          </a:prstGeom>
          <a:solidFill>
            <a:srgbClr val="FED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52728" y="4151376"/>
            <a:ext cx="43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HARDWARE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4517136"/>
            <a:ext cx="459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Liduro Power Port: mobiler, batteriebasierter Speicher für lokal emissionsfreie Versorgung der ganzen Baustelle.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51296" y="3913632"/>
            <a:ext cx="52546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0480" y="4242816"/>
            <a:ext cx="100584" cy="100584"/>
          </a:xfrm>
          <a:prstGeom prst="rect">
            <a:avLst/>
          </a:prstGeom>
          <a:solidFill>
            <a:srgbClr val="FED0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18224" y="4151376"/>
            <a:ext cx="43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SOFTWARE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80480" y="4517136"/>
            <a:ext cx="459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Planner: browserbasierte Planung von Leistungs- und Energiebedarf über die einzelnen Bauphasen.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5440680"/>
            <a:ext cx="10820095" cy="658368"/>
          </a:xfrm>
          <a:prstGeom prst="roundRect">
            <a:avLst>
              <a:gd name="adj" fmla="val 6944"/>
            </a:avLst>
          </a:prstGeom>
          <a:solidFill>
            <a:srgbClr val="1A1D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544068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Venture: Startup-Tempo mit dem Rückhalt der Liebherr-Gruppe.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957255" y="6236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B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D9A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MARKT, WIE ICH IHN SEHE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die Baustelle elektrisch wird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Treiber, die sich gegenseitig verstärken.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59152"/>
            <a:ext cx="3411626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4984" y="2670048"/>
            <a:ext cx="402336" cy="402336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4984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3227832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Regulatorik und Vergabe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14984" y="3547872"/>
            <a:ext cx="2753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Emissionsauflagen und Lärmschutz in Städten, zunehmend auch als Kriterium in der Ausschreibung.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0034" y="2359152"/>
            <a:ext cx="3411626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9218" y="2670048"/>
            <a:ext cx="402336" cy="402336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19218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3227832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Maschinen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19218" y="3547872"/>
            <a:ext cx="2753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Bagger, Kran und Lader kommen batteriebetrieben. Sie brauchen Ladeleistung dort, wo sie stehen.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4269" y="2359152"/>
            <a:ext cx="3411626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23453" y="2670048"/>
            <a:ext cx="402336" cy="402336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23453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23453" y="3227832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Netzanschluss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23453" y="3547872"/>
            <a:ext cx="2753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Anschluss wächst nicht mit. Speicher und Lastmanagement füllen die Lücke, bis das Netz nachzieht.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572000"/>
            <a:ext cx="10820095" cy="1143000"/>
          </a:xfrm>
          <a:prstGeom prst="roundRect">
            <a:avLst>
              <a:gd name="adj" fmla="val 4000"/>
            </a:avLst>
          </a:prstGeom>
          <a:solidFill>
            <a:srgbClr val="1A1D1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4791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ICH TÄGLICH SEHE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12064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Bedarf ist da. Was Projekte aufhält, ist selten die Batterie, sondern der Aufstellort, der Anschluss und die Frage, wer die Anlage bedient.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957255" y="6236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B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 AUFGABENBEREICH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Rolle, wie ich sie verstehe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der Schnittstelle zwischen Hardware, Software und Energie. Und zwar dort, wo sie sich trifft: im Feld.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490472" y="2350008"/>
            <a:ext cx="1865376" cy="1865376"/>
          </a:xfrm>
          <a:prstGeom prst="ellipse">
            <a:avLst/>
          </a:prstGeom>
          <a:solidFill>
            <a:srgbClr val="37484F">
              <a:alpha val="65000"/>
            </a:srgbClr>
          </a:solidFill>
          <a:ln w="12700">
            <a:solidFill>
              <a:srgbClr val="FED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70632" y="2350008"/>
            <a:ext cx="1865376" cy="1865376"/>
          </a:xfrm>
          <a:prstGeom prst="ellipse">
            <a:avLst/>
          </a:prstGeom>
          <a:solidFill>
            <a:srgbClr val="37484F">
              <a:alpha val="65000"/>
            </a:srgbClr>
          </a:solidFill>
          <a:ln w="12700">
            <a:solidFill>
              <a:srgbClr val="FED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30552" y="3410712"/>
            <a:ext cx="1865376" cy="1865376"/>
          </a:xfrm>
          <a:prstGeom prst="ellipse">
            <a:avLst/>
          </a:prstGeom>
          <a:solidFill>
            <a:srgbClr val="37484F">
              <a:alpha val="65000"/>
            </a:srgbClr>
          </a:solidFill>
          <a:ln w="12700">
            <a:solidFill>
              <a:srgbClr val="FED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90472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30552" y="4636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87752" y="3355848"/>
            <a:ext cx="950976" cy="950976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87752" y="335584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2468880"/>
            <a:ext cx="5333695" cy="2743200"/>
          </a:xfrm>
          <a:prstGeom prst="roundRect">
            <a:avLst>
              <a:gd name="adj" fmla="val 1667"/>
            </a:avLst>
          </a:prstGeom>
          <a:solidFill>
            <a:srgbClr val="2730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2880360"/>
            <a:ext cx="91440" cy="91440"/>
          </a:xfrm>
          <a:prstGeom prst="rect">
            <a:avLst/>
          </a:prstGeom>
          <a:solidFill>
            <a:srgbClr val="FED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30568" y="272491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Rahmenbedingungen beim Kunden aufnehmen und auslegen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3337560"/>
            <a:ext cx="91440" cy="91440"/>
          </a:xfrm>
          <a:prstGeom prst="rect">
            <a:avLst/>
          </a:prstGeom>
          <a:solidFill>
            <a:srgbClr val="FED0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30568" y="318211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aufbauen, verkabeln, in Betrieb nehmen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3794760"/>
            <a:ext cx="91440" cy="91440"/>
          </a:xfrm>
          <a:prstGeom prst="rect">
            <a:avLst/>
          </a:prstGeom>
          <a:solidFill>
            <a:srgbClr val="FED0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30568" y="363931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Konnektivität herstellen und Systeme anbinden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4251960"/>
            <a:ext cx="91440" cy="91440"/>
          </a:xfrm>
          <a:prstGeom prst="rect">
            <a:avLst/>
          </a:prstGeom>
          <a:solidFill>
            <a:srgbClr val="FED0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30568" y="409651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Einsatz vor Ort begleiten, DACH und Frankreich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4709160"/>
            <a:ext cx="91440" cy="91440"/>
          </a:xfrm>
          <a:prstGeom prst="rect">
            <a:avLst/>
          </a:prstGeom>
          <a:solidFill>
            <a:srgbClr val="FED0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30568" y="455371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im Feld nicht funktioniert, zurück ins Produkt spielen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957255" y="6236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FACHLICH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Speicher ist keine Batterie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ist eine Kette. Auf der Baustelle entscheidet fast nie die Zelle, sondern das Ende der Kette.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95728"/>
            <a:ext cx="1289304" cy="822960"/>
          </a:xfrm>
          <a:prstGeom prst="roundRect">
            <a:avLst>
              <a:gd name="adj" fmla="val 7778"/>
            </a:avLst>
          </a:prstGeom>
          <a:solidFill>
            <a:srgbClr val="2730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0664" y="2395728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Zelle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975104" y="2395728"/>
            <a:ext cx="29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67712" y="2395728"/>
            <a:ext cx="1289304" cy="822960"/>
          </a:xfrm>
          <a:prstGeom prst="roundRect">
            <a:avLst>
              <a:gd name="adj" fmla="val 7778"/>
            </a:avLst>
          </a:prstGeom>
          <a:solidFill>
            <a:srgbClr val="2730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22576" y="2395728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557016" y="2395728"/>
            <a:ext cx="29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49624" y="2395728"/>
            <a:ext cx="1289304" cy="822960"/>
          </a:xfrm>
          <a:prstGeom prst="roundRect">
            <a:avLst>
              <a:gd name="adj" fmla="val 7778"/>
            </a:avLst>
          </a:prstGeom>
          <a:solidFill>
            <a:srgbClr val="2730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04488" y="2395728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138928" y="2395728"/>
            <a:ext cx="29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31536" y="2395728"/>
            <a:ext cx="1289304" cy="822960"/>
          </a:xfrm>
          <a:prstGeom prst="roundRect">
            <a:avLst>
              <a:gd name="adj" fmla="val 7778"/>
            </a:avLst>
          </a:prstGeom>
          <a:solidFill>
            <a:srgbClr val="2730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0" y="2395728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DC-Schutz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395728"/>
            <a:ext cx="29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013448" y="2395728"/>
            <a:ext cx="1289304" cy="822960"/>
          </a:xfrm>
          <a:prstGeom prst="roundRect">
            <a:avLst>
              <a:gd name="adj" fmla="val 7778"/>
            </a:avLst>
          </a:prstGeom>
          <a:solidFill>
            <a:srgbClr val="FED0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68312" y="2395728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Wechselrichter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2395728"/>
            <a:ext cx="29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595360" y="2395728"/>
            <a:ext cx="1289304" cy="822960"/>
          </a:xfrm>
          <a:prstGeom prst="roundRect">
            <a:avLst>
              <a:gd name="adj" fmla="val 7778"/>
            </a:avLst>
          </a:prstGeom>
          <a:solidFill>
            <a:srgbClr val="FED0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50224" y="2395728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Schutz &amp; Anschluss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884664" y="2395728"/>
            <a:ext cx="29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177272" y="2395728"/>
            <a:ext cx="1289304" cy="822960"/>
          </a:xfrm>
          <a:prstGeom prst="roundRect">
            <a:avLst>
              <a:gd name="adj" fmla="val 7778"/>
            </a:avLst>
          </a:prstGeom>
          <a:solidFill>
            <a:srgbClr val="FED0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32136" y="2395728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013448" y="3310128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60" kern="0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 arbeite ich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3886200"/>
            <a:ext cx="3411626" cy="1737360"/>
          </a:xfrm>
          <a:prstGeom prst="roundRect">
            <a:avLst>
              <a:gd name="adj" fmla="val 2632"/>
            </a:avLst>
          </a:prstGeom>
          <a:solidFill>
            <a:srgbClr val="27303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96696" y="4160520"/>
            <a:ext cx="2789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96696" y="4544568"/>
            <a:ext cx="27898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Überwacht Spannung, Temperatur, Strom. Rechnet SOC und SOH, balanciert die Zellen, schaltet im Fehlerfall ab.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90034" y="3886200"/>
            <a:ext cx="3411626" cy="1737360"/>
          </a:xfrm>
          <a:prstGeom prst="roundRect">
            <a:avLst>
              <a:gd name="adj" fmla="val 2632"/>
            </a:avLst>
          </a:prstGeom>
          <a:solidFill>
            <a:srgbClr val="2730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00930" y="4160520"/>
            <a:ext cx="2789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Thermik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700930" y="4544568"/>
            <a:ext cx="27898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Kühlung und Heizung. Kälte kostet Leistung, Hitze kostet Lebensdauer. Bei einem Gerät im Freien kein Randthema.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4269" y="3886200"/>
            <a:ext cx="3411626" cy="1737360"/>
          </a:xfrm>
          <a:prstGeom prst="roundRect">
            <a:avLst>
              <a:gd name="adj" fmla="val 2632"/>
            </a:avLst>
          </a:prstGeom>
          <a:solidFill>
            <a:srgbClr val="27303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05165" y="4160520"/>
            <a:ext cx="2789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Sicherheit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405165" y="4544568"/>
            <a:ext cx="27898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DC-Trennung, Brandmeldung, Notabschaltung. In der Praxis oft der Punkt, an dem der Aufstellort verhandelt wird.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0957255" y="6236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D9A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AUSLEGUNG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Grenzen, nicht eine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Speicher kann genug Energie für den Tag haben und den Krananlauf trotzdem nicht schaffen.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52271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4984" y="2688336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FED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4984" y="2688336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kVA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624328" y="2743200"/>
            <a:ext cx="294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Leistung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24328" y="3072384"/>
            <a:ext cx="294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auf einmal.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14984" y="3675888"/>
            <a:ext cx="456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Spitzenlast, Anlaufströme, cos phi, C-Rate. Der Turmdrehkran ist der Sonderfall: hoher Anlaufstrom beim Heben, Rückspeisung beim Senken.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8728" y="2377440"/>
            <a:ext cx="52271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07912" y="2688336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FED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7912" y="2688336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kWh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17256" y="2743200"/>
            <a:ext cx="294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17256" y="3072384"/>
            <a:ext cx="294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lange.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07912" y="3675888"/>
            <a:ext cx="456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Tagesbedarf, nutzbare Kapazität statt Nennkapazität. Und die Frage, die am häufigsten vergessen wird: Reicht der Netzanschluss, um über Nacht nachzuladen?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5029200"/>
            <a:ext cx="10820095" cy="731520"/>
          </a:xfrm>
          <a:prstGeom prst="roundRect">
            <a:avLst>
              <a:gd name="adj" fmla="val 6250"/>
            </a:avLst>
          </a:prstGeom>
          <a:solidFill>
            <a:srgbClr val="1A1D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502920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Reicht beides nicht: Hybridbetrieb mit Aggregat, Lastmanagement oder Netzverstärkung. Was geht, entscheidet der Bauablauf, nicht die Technik.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957255" y="6236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B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D9A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ENERGIEMANAGEMENT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Software den Unterschied macht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Speicher liefert Energie. Erst die Steuerung macht daraus eine Versorgung, die trägt.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339333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96696" y="2651760"/>
            <a:ext cx="2771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D9A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VORHER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96696" y="2944368"/>
            <a:ext cx="27715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3419856"/>
            <a:ext cx="27715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Leistungs- und Energiebedarf über die Bauphasen prognostizieren. Aus einer Schätzung wird eine Dimensionierung.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079138" y="2377440"/>
            <a:ext cx="320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A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99178" y="2377440"/>
            <a:ext cx="339333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10074" y="2651760"/>
            <a:ext cx="2771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D9A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BETRIEB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10074" y="2944368"/>
            <a:ext cx="27715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Steuern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10074" y="3419856"/>
            <a:ext cx="27715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Lade- und Entladefahrpläne, Spitzen kappen, Nachladen wenn es günstig ist, Quellen im Hybridbetrieb koordinieren.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792517" y="2377440"/>
            <a:ext cx="320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A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12557" y="2377440"/>
            <a:ext cx="339333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23453" y="2651760"/>
            <a:ext cx="2771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D9A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DANACH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423453" y="2944368"/>
            <a:ext cx="27715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23453" y="3419856"/>
            <a:ext cx="27715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Verbrauch und Zustand erfassen, Abweichung gegen die Planung, und daraus die nächste Auslegung verbessern.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709160"/>
            <a:ext cx="10820095" cy="777240"/>
          </a:xfrm>
          <a:prstGeom prst="roundRect">
            <a:avLst>
              <a:gd name="adj" fmla="val 5882"/>
            </a:avLst>
          </a:prstGeom>
          <a:solidFill>
            <a:srgbClr val="1A1D1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470916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Schleife von der Planung über den Betrieb zurück in die Planung ist der Teil, den ich mitbringen kann: Ich sehe im Feld, wo die Prognose danebenlag.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957255" y="6236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B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ICH EINBRINGE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Fragen aus dem Feld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aus dem Lehrbuch, sondern von Baustellen, auf denen ich stand.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59152"/>
            <a:ext cx="3411626" cy="2788920"/>
          </a:xfrm>
          <a:prstGeom prst="roundRect">
            <a:avLst>
              <a:gd name="adj" fmla="val 1639"/>
            </a:avLst>
          </a:prstGeom>
          <a:solidFill>
            <a:srgbClr val="273034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2670048"/>
            <a:ext cx="402336" cy="402336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4984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3218688"/>
            <a:ext cx="2753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Selektivität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014984" y="3584448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Wechselrichter liefert im Kurzschluss deutlich weniger Strom als Netz oder Generator, weil er strombegrenzt arbeitet. Lösen die Schutzorgane im Baustromverteiler dann noch sauber und selektiv aus?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0034" y="2359152"/>
            <a:ext cx="3411626" cy="2788920"/>
          </a:xfrm>
          <a:prstGeom prst="roundRect">
            <a:avLst>
              <a:gd name="adj" fmla="val 1639"/>
            </a:avLst>
          </a:prstGeom>
          <a:solidFill>
            <a:srgbClr val="273034"/>
          </a:solidFill>
          <a:ln/>
        </p:spPr>
      </p:sp>
      <p:sp>
        <p:nvSpPr>
          <p:cNvPr id="11" name="Shape 9"/>
          <p:cNvSpPr/>
          <p:nvPr/>
        </p:nvSpPr>
        <p:spPr>
          <a:xfrm>
            <a:off x="4719218" y="2670048"/>
            <a:ext cx="402336" cy="402336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19218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3218688"/>
            <a:ext cx="2753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Netzbildend oder folgend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719218" y="3584448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der Baustelle ist Inselbetrieb der Normalfall, der Wechselrichter muss Spannung und Frequenz selbst stellen. Wie wird zwischen Insel, Netzparallel und Hybrid umgeschaltet, und unterbrechungsfrei?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4269" y="2359152"/>
            <a:ext cx="3411626" cy="2788920"/>
          </a:xfrm>
          <a:prstGeom prst="roundRect">
            <a:avLst>
              <a:gd name="adj" fmla="val 1639"/>
            </a:avLst>
          </a:prstGeom>
          <a:solidFill>
            <a:srgbClr val="27303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23453" y="2670048"/>
            <a:ext cx="402336" cy="402336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23453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23453" y="3218688"/>
            <a:ext cx="2753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erste Morgen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423453" y="3584448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schliesst an, wer schaltet ein, und was passiert bei der ersten Störung um sieben Uhr, wenn niemand von uns vor Ort ist? Daran entscheidet sich, ob nachbestellt wird.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39496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habe gelernt, einer Messung mehr zu trauen als einer Meinung.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57255" y="6236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D9A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IHR MICH NEHMT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ersten 90 Tage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Einarbeitungsplan aus dem Handbuch, sondern drei Ergebnisse, an denen ihr mich messen könnt.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487168"/>
            <a:ext cx="3411626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212848"/>
            <a:ext cx="548640" cy="548640"/>
          </a:xfrm>
          <a:prstGeom prst="ellipse">
            <a:avLst/>
          </a:prstGeom>
          <a:solidFill>
            <a:srgbClr val="FED000"/>
          </a:solidFill>
          <a:ln w="38100">
            <a:solidFill>
              <a:srgbClr val="F2F3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6696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2944368"/>
            <a:ext cx="2789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1–30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96696" y="3236976"/>
            <a:ext cx="2789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 anfassen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96696" y="3675888"/>
            <a:ext cx="27898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auf die Baustelle. Ein System eigenhändig aufbauen und in Betrieb nehmen, bis ich es blind kann.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90034" y="2487168"/>
            <a:ext cx="3411626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0930" y="2212848"/>
            <a:ext cx="548640" cy="548640"/>
          </a:xfrm>
          <a:prstGeom prst="ellipse">
            <a:avLst/>
          </a:prstGeom>
          <a:solidFill>
            <a:srgbClr val="FED000"/>
          </a:solidFill>
          <a:ln w="38100">
            <a:solidFill>
              <a:srgbClr val="F2F3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0930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00930" y="2944368"/>
            <a:ext cx="2789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31–60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00930" y="3236976"/>
            <a:ext cx="2789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Fehlerbilder sammeln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700930" y="3675888"/>
            <a:ext cx="27898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drei häufigsten Probleme aus dem Feld dokumentieren, mit Ursache und Behebung, nicht nur als Symptom.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4269" y="2487168"/>
            <a:ext cx="3411626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1A1D1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05165" y="2212848"/>
            <a:ext cx="548640" cy="548640"/>
          </a:xfrm>
          <a:prstGeom prst="ellipse">
            <a:avLst/>
          </a:prstGeom>
          <a:solidFill>
            <a:srgbClr val="FED000"/>
          </a:solidFill>
          <a:ln w="38100">
            <a:solidFill>
              <a:srgbClr val="F2F3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05165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405165" y="2944368"/>
            <a:ext cx="2789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61–90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405165" y="3236976"/>
            <a:ext cx="2789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Zurückspielen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405165" y="3675888"/>
            <a:ext cx="27898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den Fehlerbildern konkrete Verbesserungen ableiten und eine Inbetriebnahme-Routine hinterlassen, die auch andere anwenden können.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5029200"/>
            <a:ext cx="10820095" cy="658368"/>
          </a:xfrm>
          <a:prstGeom prst="roundRect">
            <a:avLst>
              <a:gd name="adj" fmla="val 6944"/>
            </a:avLst>
          </a:prstGeom>
          <a:solidFill>
            <a:srgbClr val="1A1D1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840" y="502920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90 Tagen möchte ich derjenige sein, den ihr anruft, wenn draussen etwas klemmt.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0957255" y="6236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B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MICH INTERESSIERT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Fragen an euch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Damit ich am Ende des Gesprächs weiss, ob ich der Richtige für euch bin.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487168"/>
            <a:ext cx="5254600" cy="1371600"/>
          </a:xfrm>
          <a:prstGeom prst="roundRect">
            <a:avLst>
              <a:gd name="adj" fmla="val 3333"/>
            </a:avLst>
          </a:prstGeom>
          <a:solidFill>
            <a:srgbClr val="273034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889504"/>
            <a:ext cx="566928" cy="566928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33272" y="2889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724912"/>
            <a:ext cx="38098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muss in zwölf Monaten passiert sein, damit ihr sagt, die Einstellung hat sich gelohnt?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1296" y="2487168"/>
            <a:ext cx="5254600" cy="1371600"/>
          </a:xfrm>
          <a:prstGeom prst="roundRect">
            <a:avLst>
              <a:gd name="adj" fmla="val 3333"/>
            </a:avLst>
          </a:prstGeom>
          <a:solidFill>
            <a:srgbClr val="273034"/>
          </a:solidFill>
          <a:ln/>
        </p:spPr>
      </p:sp>
      <p:sp>
        <p:nvSpPr>
          <p:cNvPr id="10" name="Shape 8"/>
          <p:cNvSpPr/>
          <p:nvPr/>
        </p:nvSpPr>
        <p:spPr>
          <a:xfrm>
            <a:off x="6598768" y="2889504"/>
            <a:ext cx="566928" cy="566928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98768" y="2889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348576" y="2724912"/>
            <a:ext cx="38098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Liebherr steckt im Alltag: Konzernprozesse oder wirklich Venture-Tempo?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133088"/>
            <a:ext cx="5254600" cy="1371600"/>
          </a:xfrm>
          <a:prstGeom prst="roundRect">
            <a:avLst>
              <a:gd name="adj" fmla="val 3333"/>
            </a:avLst>
          </a:prstGeom>
          <a:solidFill>
            <a:srgbClr val="27303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3272" y="4535424"/>
            <a:ext cx="566928" cy="566928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33272" y="4535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4370832"/>
            <a:ext cx="38098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heute die häufigste Rückmeldung von der Baustelle zum Liduro Power Port?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51296" y="4133088"/>
            <a:ext cx="5254600" cy="1371600"/>
          </a:xfrm>
          <a:prstGeom prst="roundRect">
            <a:avLst>
              <a:gd name="adj" fmla="val 3333"/>
            </a:avLst>
          </a:prstGeom>
          <a:solidFill>
            <a:srgbClr val="273034"/>
          </a:solidFill>
          <a:ln/>
        </p:spPr>
      </p:sp>
      <p:sp>
        <p:nvSpPr>
          <p:cNvPr id="18" name="Shape 16"/>
          <p:cNvSpPr/>
          <p:nvPr/>
        </p:nvSpPr>
        <p:spPr>
          <a:xfrm>
            <a:off x="6598768" y="4535424"/>
            <a:ext cx="566928" cy="566928"/>
          </a:xfrm>
          <a:prstGeom prst="ellipse">
            <a:avLst/>
          </a:prstGeom>
          <a:solidFill>
            <a:srgbClr val="FED0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98768" y="4535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348576" y="4370832"/>
            <a:ext cx="38098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kommen Werkzeug und Messtechnik zum Einsatzort, und wo ist der Arbeitsort?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957255" y="6236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habt Hardware, Software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den Konzern im Rücken.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2461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auf der Baustelle darüber entscheidet, ob gekauft wird, sind meistens Kleinigkeiten: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das Gerät steht, wer es anschliesst, und was bei der ersten Störung passiert.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114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ist die Seite, die ich mitbringe.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4983480"/>
            <a:ext cx="10820095" cy="914400"/>
          </a:xfrm>
          <a:prstGeom prst="roundRect">
            <a:avLst>
              <a:gd name="adj" fmla="val 5000"/>
            </a:avLst>
          </a:prstGeom>
          <a:solidFill>
            <a:srgbClr val="2730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51389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Burak Ücöz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544982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Elektroingenieur · Messtechnik, Inbetriebnahme, technischer Vertrieb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53735" y="4983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ED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b.s.uecoez@gmail.com   ·   [Telefon eintragen]   ·   [LinkedIn eintragen]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Bewerbung IoT &amp; Energy Engineer</dc:title>
  <dc:subject>PptxGenJS Presentation</dc:subject>
  <dc:creator>Burak Ücöz</dc:creator>
  <cp:lastModifiedBy>Burak Ücöz</cp:lastModifiedBy>
  <cp:revision>1</cp:revision>
  <dcterms:created xsi:type="dcterms:W3CDTF">2026-09-02T11:45:41Z</dcterms:created>
  <dcterms:modified xsi:type="dcterms:W3CDTF">2026-09-02T11:45:41Z</dcterms:modified>
</cp:coreProperties>
</file>